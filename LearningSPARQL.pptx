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5"/>
  </p:notesMasterIdLst>
  <p:sldIdLst>
    <p:sldId id="375" r:id="rId5"/>
    <p:sldId id="342" r:id="rId6"/>
    <p:sldId id="352" r:id="rId7"/>
    <p:sldId id="351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2" r:id="rId16"/>
    <p:sldId id="360" r:id="rId17"/>
    <p:sldId id="361" r:id="rId18"/>
    <p:sldId id="363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389" r:id="rId41"/>
    <p:sldId id="386" r:id="rId42"/>
    <p:sldId id="387" r:id="rId43"/>
    <p:sldId id="388" r:id="rId44"/>
    <p:sldId id="390" r:id="rId45"/>
    <p:sldId id="391" r:id="rId46"/>
    <p:sldId id="392" r:id="rId47"/>
    <p:sldId id="405" r:id="rId48"/>
    <p:sldId id="406" r:id="rId49"/>
    <p:sldId id="407" r:id="rId50"/>
    <p:sldId id="393" r:id="rId51"/>
    <p:sldId id="394" r:id="rId52"/>
    <p:sldId id="395" r:id="rId53"/>
    <p:sldId id="396" r:id="rId54"/>
    <p:sldId id="408" r:id="rId55"/>
    <p:sldId id="409" r:id="rId56"/>
    <p:sldId id="397" r:id="rId57"/>
    <p:sldId id="398" r:id="rId58"/>
    <p:sldId id="399" r:id="rId59"/>
    <p:sldId id="400" r:id="rId60"/>
    <p:sldId id="401" r:id="rId61"/>
    <p:sldId id="402" r:id="rId62"/>
    <p:sldId id="403" r:id="rId63"/>
    <p:sldId id="410" r:id="rId64"/>
    <p:sldId id="411" r:id="rId65"/>
    <p:sldId id="404" r:id="rId66"/>
    <p:sldId id="412" r:id="rId67"/>
    <p:sldId id="413" r:id="rId68"/>
    <p:sldId id="414" r:id="rId69"/>
    <p:sldId id="415" r:id="rId70"/>
    <p:sldId id="416" r:id="rId71"/>
    <p:sldId id="417" r:id="rId72"/>
    <p:sldId id="418" r:id="rId73"/>
    <p:sldId id="419" r:id="rId74"/>
    <p:sldId id="420" r:id="rId75"/>
    <p:sldId id="421" r:id="rId76"/>
    <p:sldId id="422" r:id="rId77"/>
    <p:sldId id="423" r:id="rId78"/>
    <p:sldId id="424" r:id="rId79"/>
    <p:sldId id="425" r:id="rId80"/>
    <p:sldId id="426" r:id="rId81"/>
    <p:sldId id="427" r:id="rId82"/>
    <p:sldId id="428" r:id="rId83"/>
    <p:sldId id="429" r:id="rId84"/>
    <p:sldId id="430" r:id="rId85"/>
    <p:sldId id="431" r:id="rId86"/>
    <p:sldId id="432" r:id="rId87"/>
    <p:sldId id="434" r:id="rId88"/>
    <p:sldId id="433" r:id="rId89"/>
    <p:sldId id="435" r:id="rId90"/>
    <p:sldId id="436" r:id="rId91"/>
    <p:sldId id="437" r:id="rId92"/>
    <p:sldId id="438" r:id="rId93"/>
    <p:sldId id="439" r:id="rId94"/>
    <p:sldId id="440" r:id="rId95"/>
    <p:sldId id="441" r:id="rId96"/>
    <p:sldId id="442" r:id="rId97"/>
    <p:sldId id="443" r:id="rId98"/>
    <p:sldId id="444" r:id="rId99"/>
    <p:sldId id="445" r:id="rId100"/>
    <p:sldId id="446" r:id="rId101"/>
    <p:sldId id="447" r:id="rId102"/>
    <p:sldId id="448" r:id="rId103"/>
    <p:sldId id="449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 Udemy" id="{82AF9D0B-9E72-48E6-B495-EF9452A76D64}">
          <p14:sldIdLst>
            <p14:sldId id="375"/>
          </p14:sldIdLst>
        </p14:section>
        <p14:section name="Default Section" id="{E5FA43CC-86DD-49F3-A13C-EA9EC6EB0BA9}">
          <p14:sldIdLst>
            <p14:sldId id="342"/>
            <p14:sldId id="352"/>
            <p14:sldId id="351"/>
            <p14:sldId id="353"/>
            <p14:sldId id="354"/>
            <p14:sldId id="355"/>
            <p14:sldId id="356"/>
            <p14:sldId id="357"/>
            <p14:sldId id="358"/>
            <p14:sldId id="359"/>
            <p14:sldId id="362"/>
            <p14:sldId id="360"/>
            <p14:sldId id="361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9"/>
            <p14:sldId id="386"/>
            <p14:sldId id="387"/>
            <p14:sldId id="388"/>
            <p14:sldId id="390"/>
            <p14:sldId id="391"/>
            <p14:sldId id="392"/>
            <p14:sldId id="405"/>
            <p14:sldId id="406"/>
            <p14:sldId id="407"/>
            <p14:sldId id="393"/>
            <p14:sldId id="394"/>
            <p14:sldId id="395"/>
            <p14:sldId id="396"/>
            <p14:sldId id="408"/>
            <p14:sldId id="409"/>
            <p14:sldId id="397"/>
            <p14:sldId id="398"/>
            <p14:sldId id="399"/>
            <p14:sldId id="400"/>
            <p14:sldId id="401"/>
            <p14:sldId id="402"/>
            <p14:sldId id="403"/>
            <p14:sldId id="410"/>
            <p14:sldId id="411"/>
            <p14:sldId id="404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4"/>
            <p14:sldId id="433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5646"/>
  </p:normalViewPr>
  <p:slideViewPr>
    <p:cSldViewPr snapToGrid="0" snapToObjects="1" showGuides="1">
      <p:cViewPr varScale="1">
        <p:scale>
          <a:sx n="99" d="100"/>
          <a:sy n="99" d="100"/>
        </p:scale>
        <p:origin x="948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viewProps" Target="viewProp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theme" Target="theme/theme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ableStyles" Target="tableStyle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microsoft.com/office/2018/10/relationships/authors" Target="author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768C59-FCCA-4EB5-80DE-767699FE60A5}" type="doc">
      <dgm:prSet loTypeId="urn:microsoft.com/office/officeart/2005/8/layout/hierarchy2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F6887D4-ABBF-4DE9-98D2-C52AC9BB4D08}">
      <dgm:prSet phldrT="[Text]"/>
      <dgm:spPr/>
      <dgm:t>
        <a:bodyPr/>
        <a:lstStyle/>
        <a:p>
          <a:r>
            <a:rPr lang="en-US" dirty="0"/>
            <a:t>Subject (URI)</a:t>
          </a:r>
        </a:p>
      </dgm:t>
    </dgm:pt>
    <dgm:pt modelId="{29CF3140-A3B2-454F-B465-8C7E9BC1F24A}" type="parTrans" cxnId="{66E25C43-8CC3-46BD-A06A-42B4B42EE595}">
      <dgm:prSet/>
      <dgm:spPr/>
      <dgm:t>
        <a:bodyPr/>
        <a:lstStyle/>
        <a:p>
          <a:endParaRPr lang="en-US"/>
        </a:p>
      </dgm:t>
    </dgm:pt>
    <dgm:pt modelId="{0C2F7A01-B07A-487A-8D8D-FEECA6F7DD00}" type="sibTrans" cxnId="{66E25C43-8CC3-46BD-A06A-42B4B42EE595}">
      <dgm:prSet/>
      <dgm:spPr/>
      <dgm:t>
        <a:bodyPr/>
        <a:lstStyle/>
        <a:p>
          <a:endParaRPr lang="en-US"/>
        </a:p>
      </dgm:t>
    </dgm:pt>
    <dgm:pt modelId="{8DA998C0-BCB9-457F-8908-12C1D98D3130}">
      <dgm:prSet phldrT="[Text]"/>
      <dgm:spPr/>
      <dgm:t>
        <a:bodyPr/>
        <a:lstStyle/>
        <a:p>
          <a:r>
            <a:rPr lang="en-US" dirty="0"/>
            <a:t>Predicate (URI)</a:t>
          </a:r>
        </a:p>
      </dgm:t>
    </dgm:pt>
    <dgm:pt modelId="{E5D4FF24-81DE-4525-B72D-926421A5270C}" type="parTrans" cxnId="{3E01E365-72F2-46FE-AE68-E49F6E2A77A8}">
      <dgm:prSet/>
      <dgm:spPr/>
      <dgm:t>
        <a:bodyPr/>
        <a:lstStyle/>
        <a:p>
          <a:endParaRPr lang="en-US"/>
        </a:p>
      </dgm:t>
    </dgm:pt>
    <dgm:pt modelId="{62A7376A-BB7F-4E36-8225-16F4F1C5BAD7}" type="sibTrans" cxnId="{3E01E365-72F2-46FE-AE68-E49F6E2A77A8}">
      <dgm:prSet/>
      <dgm:spPr/>
      <dgm:t>
        <a:bodyPr/>
        <a:lstStyle/>
        <a:p>
          <a:endParaRPr lang="en-US"/>
        </a:p>
      </dgm:t>
    </dgm:pt>
    <dgm:pt modelId="{46671AC6-C6E7-4F26-8059-E92F30F111EE}">
      <dgm:prSet phldrT="[Text]"/>
      <dgm:spPr/>
      <dgm:t>
        <a:bodyPr/>
        <a:lstStyle/>
        <a:p>
          <a:r>
            <a:rPr lang="en-US" dirty="0"/>
            <a:t>Object (URI)</a:t>
          </a:r>
        </a:p>
      </dgm:t>
    </dgm:pt>
    <dgm:pt modelId="{89D5A82D-945A-433A-A46F-5376224591B5}" type="parTrans" cxnId="{68625B8B-083D-43A1-A677-CD802E773437}">
      <dgm:prSet/>
      <dgm:spPr/>
      <dgm:t>
        <a:bodyPr/>
        <a:lstStyle/>
        <a:p>
          <a:endParaRPr lang="en-US"/>
        </a:p>
      </dgm:t>
    </dgm:pt>
    <dgm:pt modelId="{C11A6CF1-3671-4F2A-A328-D8ED7BDF585B}" type="sibTrans" cxnId="{68625B8B-083D-43A1-A677-CD802E773437}">
      <dgm:prSet/>
      <dgm:spPr/>
      <dgm:t>
        <a:bodyPr/>
        <a:lstStyle/>
        <a:p>
          <a:endParaRPr lang="en-US"/>
        </a:p>
      </dgm:t>
    </dgm:pt>
    <dgm:pt modelId="{84D087D5-111D-4618-B3DC-B61499ADD315}">
      <dgm:prSet phldrT="[Text]"/>
      <dgm:spPr/>
      <dgm:t>
        <a:bodyPr/>
        <a:lstStyle/>
        <a:p>
          <a:r>
            <a:rPr lang="en-US" dirty="0"/>
            <a:t>Object (Literals)</a:t>
          </a:r>
        </a:p>
      </dgm:t>
    </dgm:pt>
    <dgm:pt modelId="{A64D72AE-2905-40E9-BCE2-0A1DDDFD2E84}" type="parTrans" cxnId="{1AEBBC70-C1AB-426C-B1AE-F3A22EFD226E}">
      <dgm:prSet/>
      <dgm:spPr/>
      <dgm:t>
        <a:bodyPr/>
        <a:lstStyle/>
        <a:p>
          <a:endParaRPr lang="en-US"/>
        </a:p>
      </dgm:t>
    </dgm:pt>
    <dgm:pt modelId="{BB95C520-82AF-4670-AD2D-D82DDB2EF628}" type="sibTrans" cxnId="{1AEBBC70-C1AB-426C-B1AE-F3A22EFD226E}">
      <dgm:prSet/>
      <dgm:spPr/>
      <dgm:t>
        <a:bodyPr/>
        <a:lstStyle/>
        <a:p>
          <a:endParaRPr lang="en-US"/>
        </a:p>
      </dgm:t>
    </dgm:pt>
    <dgm:pt modelId="{61047B33-8DBE-4CD5-9B25-CDDDC56AA60D}">
      <dgm:prSet phldrT="[Text]"/>
      <dgm:spPr/>
      <dgm:t>
        <a:bodyPr/>
        <a:lstStyle/>
        <a:p>
          <a:r>
            <a:rPr lang="en-US" dirty="0"/>
            <a:t>String</a:t>
          </a:r>
        </a:p>
      </dgm:t>
    </dgm:pt>
    <dgm:pt modelId="{64A37ECA-33BA-4464-BC64-813990020758}" type="parTrans" cxnId="{77D46D65-62B5-4E1A-9E40-52921519C834}">
      <dgm:prSet/>
      <dgm:spPr/>
      <dgm:t>
        <a:bodyPr/>
        <a:lstStyle/>
        <a:p>
          <a:endParaRPr lang="en-US"/>
        </a:p>
      </dgm:t>
    </dgm:pt>
    <dgm:pt modelId="{32BCD36F-9FD8-4A21-BC55-0733D7FFFF84}" type="sibTrans" cxnId="{77D46D65-62B5-4E1A-9E40-52921519C834}">
      <dgm:prSet/>
      <dgm:spPr/>
      <dgm:t>
        <a:bodyPr/>
        <a:lstStyle/>
        <a:p>
          <a:endParaRPr lang="en-US"/>
        </a:p>
      </dgm:t>
    </dgm:pt>
    <dgm:pt modelId="{6170D970-F9BC-4667-87AD-29375FDA0F34}">
      <dgm:prSet phldrT="[Text]"/>
      <dgm:spPr/>
      <dgm:t>
        <a:bodyPr/>
        <a:lstStyle/>
        <a:p>
          <a:r>
            <a:rPr lang="en-US" altLang="zh-CN" dirty="0"/>
            <a:t>Integer</a:t>
          </a:r>
          <a:endParaRPr lang="en-US" dirty="0"/>
        </a:p>
      </dgm:t>
    </dgm:pt>
    <dgm:pt modelId="{3B8A6253-5B9B-4D05-BD57-DD6FC5577F5B}" type="parTrans" cxnId="{1F1A6683-475B-470A-98D2-5278826D7E50}">
      <dgm:prSet/>
      <dgm:spPr/>
      <dgm:t>
        <a:bodyPr/>
        <a:lstStyle/>
        <a:p>
          <a:endParaRPr lang="en-US"/>
        </a:p>
      </dgm:t>
    </dgm:pt>
    <dgm:pt modelId="{6BA1C175-6062-4699-89E6-E3C478F6FF0D}" type="sibTrans" cxnId="{1F1A6683-475B-470A-98D2-5278826D7E50}">
      <dgm:prSet/>
      <dgm:spPr/>
      <dgm:t>
        <a:bodyPr/>
        <a:lstStyle/>
        <a:p>
          <a:endParaRPr lang="en-US"/>
        </a:p>
      </dgm:t>
    </dgm:pt>
    <dgm:pt modelId="{AF6E7EC7-77AB-4578-8FF0-6F0A405FF2EE}">
      <dgm:prSet phldrT="[Text]"/>
      <dgm:spPr/>
      <dgm:t>
        <a:bodyPr/>
        <a:lstStyle/>
        <a:p>
          <a:r>
            <a:rPr lang="en-US" dirty="0"/>
            <a:t>Date</a:t>
          </a:r>
        </a:p>
      </dgm:t>
    </dgm:pt>
    <dgm:pt modelId="{1EABA58C-6B0C-4893-8524-C6298B736049}" type="parTrans" cxnId="{B9CCEE7C-1A75-4DB7-93B1-A6A47AEC555A}">
      <dgm:prSet/>
      <dgm:spPr/>
      <dgm:t>
        <a:bodyPr/>
        <a:lstStyle/>
        <a:p>
          <a:endParaRPr lang="en-US"/>
        </a:p>
      </dgm:t>
    </dgm:pt>
    <dgm:pt modelId="{5D1081F8-42A1-4702-B2B0-73A4D2574ACA}" type="sibTrans" cxnId="{B9CCEE7C-1A75-4DB7-93B1-A6A47AEC555A}">
      <dgm:prSet/>
      <dgm:spPr/>
      <dgm:t>
        <a:bodyPr/>
        <a:lstStyle/>
        <a:p>
          <a:endParaRPr lang="en-US"/>
        </a:p>
      </dgm:t>
    </dgm:pt>
    <dgm:pt modelId="{8DDCE237-4D61-41DF-9A84-850D5BA714C7}">
      <dgm:prSet phldrT="[Text]"/>
      <dgm:spPr/>
      <dgm:t>
        <a:bodyPr/>
        <a:lstStyle/>
        <a:p>
          <a:r>
            <a:rPr lang="en-US" dirty="0"/>
            <a:t>…</a:t>
          </a:r>
        </a:p>
      </dgm:t>
    </dgm:pt>
    <dgm:pt modelId="{6C2FC51A-B919-4046-AE60-A2034B4BAD26}" type="parTrans" cxnId="{FF8F5BA6-8911-4ADC-8EAD-D203710444B8}">
      <dgm:prSet/>
      <dgm:spPr/>
      <dgm:t>
        <a:bodyPr/>
        <a:lstStyle/>
        <a:p>
          <a:endParaRPr lang="en-US"/>
        </a:p>
      </dgm:t>
    </dgm:pt>
    <dgm:pt modelId="{3AC3F05F-67ED-48AE-8075-46DED42D79E8}" type="sibTrans" cxnId="{FF8F5BA6-8911-4ADC-8EAD-D203710444B8}">
      <dgm:prSet/>
      <dgm:spPr/>
      <dgm:t>
        <a:bodyPr/>
        <a:lstStyle/>
        <a:p>
          <a:endParaRPr lang="en-US"/>
        </a:p>
      </dgm:t>
    </dgm:pt>
    <dgm:pt modelId="{38CD416B-4CED-404A-9D7F-5970197E7747}" type="pres">
      <dgm:prSet presAssocID="{5E768C59-FCCA-4EB5-80DE-767699FE60A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4DF6D37-CB2E-496B-AE44-F69657077F40}" type="pres">
      <dgm:prSet presAssocID="{1F6887D4-ABBF-4DE9-98D2-C52AC9BB4D08}" presName="root1" presStyleCnt="0"/>
      <dgm:spPr/>
    </dgm:pt>
    <dgm:pt modelId="{6510BB31-94D8-4CFB-A338-58E31B240912}" type="pres">
      <dgm:prSet presAssocID="{1F6887D4-ABBF-4DE9-98D2-C52AC9BB4D08}" presName="LevelOneTextNode" presStyleLbl="node0" presStyleIdx="0" presStyleCnt="1">
        <dgm:presLayoutVars>
          <dgm:chPref val="3"/>
        </dgm:presLayoutVars>
      </dgm:prSet>
      <dgm:spPr/>
    </dgm:pt>
    <dgm:pt modelId="{7A10066D-AE33-499D-B028-4AC420B45960}" type="pres">
      <dgm:prSet presAssocID="{1F6887D4-ABBF-4DE9-98D2-C52AC9BB4D08}" presName="level2hierChild" presStyleCnt="0"/>
      <dgm:spPr/>
    </dgm:pt>
    <dgm:pt modelId="{6EE67A8D-5072-4750-9F5A-C0E5D5B37027}" type="pres">
      <dgm:prSet presAssocID="{E5D4FF24-81DE-4525-B72D-926421A5270C}" presName="conn2-1" presStyleLbl="parChTrans1D2" presStyleIdx="0" presStyleCnt="1"/>
      <dgm:spPr/>
    </dgm:pt>
    <dgm:pt modelId="{EA26AA4E-9DF4-4DC2-B1EA-9834AE18BB6F}" type="pres">
      <dgm:prSet presAssocID="{E5D4FF24-81DE-4525-B72D-926421A5270C}" presName="connTx" presStyleLbl="parChTrans1D2" presStyleIdx="0" presStyleCnt="1"/>
      <dgm:spPr/>
    </dgm:pt>
    <dgm:pt modelId="{A49655FF-9E2F-4E48-BC23-DC961395E169}" type="pres">
      <dgm:prSet presAssocID="{8DA998C0-BCB9-457F-8908-12C1D98D3130}" presName="root2" presStyleCnt="0"/>
      <dgm:spPr/>
    </dgm:pt>
    <dgm:pt modelId="{B7E4533E-8ED9-4EA0-A683-B8B6ED02E776}" type="pres">
      <dgm:prSet presAssocID="{8DA998C0-BCB9-457F-8908-12C1D98D3130}" presName="LevelTwoTextNode" presStyleLbl="node2" presStyleIdx="0" presStyleCnt="1">
        <dgm:presLayoutVars>
          <dgm:chPref val="3"/>
        </dgm:presLayoutVars>
      </dgm:prSet>
      <dgm:spPr/>
    </dgm:pt>
    <dgm:pt modelId="{213A4654-0CB7-4BEA-A02A-86D64028BFF3}" type="pres">
      <dgm:prSet presAssocID="{8DA998C0-BCB9-457F-8908-12C1D98D3130}" presName="level3hierChild" presStyleCnt="0"/>
      <dgm:spPr/>
    </dgm:pt>
    <dgm:pt modelId="{AED6350B-0360-42B5-BA86-4D4DB147EED4}" type="pres">
      <dgm:prSet presAssocID="{89D5A82D-945A-433A-A46F-5376224591B5}" presName="conn2-1" presStyleLbl="parChTrans1D3" presStyleIdx="0" presStyleCnt="2"/>
      <dgm:spPr/>
    </dgm:pt>
    <dgm:pt modelId="{B4E1AC34-2B00-4B75-A5FA-64A21CC30DF2}" type="pres">
      <dgm:prSet presAssocID="{89D5A82D-945A-433A-A46F-5376224591B5}" presName="connTx" presStyleLbl="parChTrans1D3" presStyleIdx="0" presStyleCnt="2"/>
      <dgm:spPr/>
    </dgm:pt>
    <dgm:pt modelId="{9FE326EB-992E-46BE-86D1-3ACD4E78FE91}" type="pres">
      <dgm:prSet presAssocID="{46671AC6-C6E7-4F26-8059-E92F30F111EE}" presName="root2" presStyleCnt="0"/>
      <dgm:spPr/>
    </dgm:pt>
    <dgm:pt modelId="{FB5BF5AE-D448-4B43-B41B-727531E219E0}" type="pres">
      <dgm:prSet presAssocID="{46671AC6-C6E7-4F26-8059-E92F30F111EE}" presName="LevelTwoTextNode" presStyleLbl="node3" presStyleIdx="0" presStyleCnt="2">
        <dgm:presLayoutVars>
          <dgm:chPref val="3"/>
        </dgm:presLayoutVars>
      </dgm:prSet>
      <dgm:spPr/>
    </dgm:pt>
    <dgm:pt modelId="{DCF10FC1-1DBE-4E18-AA5C-7CE9E275DAEC}" type="pres">
      <dgm:prSet presAssocID="{46671AC6-C6E7-4F26-8059-E92F30F111EE}" presName="level3hierChild" presStyleCnt="0"/>
      <dgm:spPr/>
    </dgm:pt>
    <dgm:pt modelId="{ACDA40C0-B6EE-4365-B61D-50CB95CA5D91}" type="pres">
      <dgm:prSet presAssocID="{A64D72AE-2905-40E9-BCE2-0A1DDDFD2E84}" presName="conn2-1" presStyleLbl="parChTrans1D3" presStyleIdx="1" presStyleCnt="2"/>
      <dgm:spPr/>
    </dgm:pt>
    <dgm:pt modelId="{BD36ABC8-77E5-46E3-9B70-8B6B4049F2A8}" type="pres">
      <dgm:prSet presAssocID="{A64D72AE-2905-40E9-BCE2-0A1DDDFD2E84}" presName="connTx" presStyleLbl="parChTrans1D3" presStyleIdx="1" presStyleCnt="2"/>
      <dgm:spPr/>
    </dgm:pt>
    <dgm:pt modelId="{69F285B0-866B-45D3-A44F-39F01511BE52}" type="pres">
      <dgm:prSet presAssocID="{84D087D5-111D-4618-B3DC-B61499ADD315}" presName="root2" presStyleCnt="0"/>
      <dgm:spPr/>
    </dgm:pt>
    <dgm:pt modelId="{EF640B08-1DB4-4A19-AAAB-FED17BC8779B}" type="pres">
      <dgm:prSet presAssocID="{84D087D5-111D-4618-B3DC-B61499ADD315}" presName="LevelTwoTextNode" presStyleLbl="node3" presStyleIdx="1" presStyleCnt="2">
        <dgm:presLayoutVars>
          <dgm:chPref val="3"/>
        </dgm:presLayoutVars>
      </dgm:prSet>
      <dgm:spPr/>
    </dgm:pt>
    <dgm:pt modelId="{8F3FF6E6-2CE6-4543-B25E-9BFA64DEC8D8}" type="pres">
      <dgm:prSet presAssocID="{84D087D5-111D-4618-B3DC-B61499ADD315}" presName="level3hierChild" presStyleCnt="0"/>
      <dgm:spPr/>
    </dgm:pt>
    <dgm:pt modelId="{F26C2FC5-918E-452C-B514-33172AE4A768}" type="pres">
      <dgm:prSet presAssocID="{64A37ECA-33BA-4464-BC64-813990020758}" presName="conn2-1" presStyleLbl="parChTrans1D4" presStyleIdx="0" presStyleCnt="4"/>
      <dgm:spPr/>
    </dgm:pt>
    <dgm:pt modelId="{6E27441D-FC1B-4D35-B248-EAE55875CE29}" type="pres">
      <dgm:prSet presAssocID="{64A37ECA-33BA-4464-BC64-813990020758}" presName="connTx" presStyleLbl="parChTrans1D4" presStyleIdx="0" presStyleCnt="4"/>
      <dgm:spPr/>
    </dgm:pt>
    <dgm:pt modelId="{DF58D68D-416E-4C20-8089-9D0D97F41B5E}" type="pres">
      <dgm:prSet presAssocID="{61047B33-8DBE-4CD5-9B25-CDDDC56AA60D}" presName="root2" presStyleCnt="0"/>
      <dgm:spPr/>
    </dgm:pt>
    <dgm:pt modelId="{5E0BDB9E-FAA6-4CC5-8457-7BA2D199AE0D}" type="pres">
      <dgm:prSet presAssocID="{61047B33-8DBE-4CD5-9B25-CDDDC56AA60D}" presName="LevelTwoTextNode" presStyleLbl="node4" presStyleIdx="0" presStyleCnt="4">
        <dgm:presLayoutVars>
          <dgm:chPref val="3"/>
        </dgm:presLayoutVars>
      </dgm:prSet>
      <dgm:spPr/>
    </dgm:pt>
    <dgm:pt modelId="{F05EEDD5-6AC9-458D-9BF9-3DC8B9CBF41E}" type="pres">
      <dgm:prSet presAssocID="{61047B33-8DBE-4CD5-9B25-CDDDC56AA60D}" presName="level3hierChild" presStyleCnt="0"/>
      <dgm:spPr/>
    </dgm:pt>
    <dgm:pt modelId="{0BF0CBF1-C737-4D6A-B1AB-FCCDA1C80EA4}" type="pres">
      <dgm:prSet presAssocID="{3B8A6253-5B9B-4D05-BD57-DD6FC5577F5B}" presName="conn2-1" presStyleLbl="parChTrans1D4" presStyleIdx="1" presStyleCnt="4"/>
      <dgm:spPr/>
    </dgm:pt>
    <dgm:pt modelId="{D133B705-9858-4FA7-9914-35166DA635A1}" type="pres">
      <dgm:prSet presAssocID="{3B8A6253-5B9B-4D05-BD57-DD6FC5577F5B}" presName="connTx" presStyleLbl="parChTrans1D4" presStyleIdx="1" presStyleCnt="4"/>
      <dgm:spPr/>
    </dgm:pt>
    <dgm:pt modelId="{C8264805-BFD0-4495-B63C-6FE731322F63}" type="pres">
      <dgm:prSet presAssocID="{6170D970-F9BC-4667-87AD-29375FDA0F34}" presName="root2" presStyleCnt="0"/>
      <dgm:spPr/>
    </dgm:pt>
    <dgm:pt modelId="{546A4F05-F7B4-4EDC-9954-C99EB8A3C83F}" type="pres">
      <dgm:prSet presAssocID="{6170D970-F9BC-4667-87AD-29375FDA0F34}" presName="LevelTwoTextNode" presStyleLbl="node4" presStyleIdx="1" presStyleCnt="4">
        <dgm:presLayoutVars>
          <dgm:chPref val="3"/>
        </dgm:presLayoutVars>
      </dgm:prSet>
      <dgm:spPr/>
    </dgm:pt>
    <dgm:pt modelId="{941E0F4C-F145-40FC-B7EA-BCE5F4A5587E}" type="pres">
      <dgm:prSet presAssocID="{6170D970-F9BC-4667-87AD-29375FDA0F34}" presName="level3hierChild" presStyleCnt="0"/>
      <dgm:spPr/>
    </dgm:pt>
    <dgm:pt modelId="{B88ACA5F-BC5D-40C1-B18B-E261C7BFC5F2}" type="pres">
      <dgm:prSet presAssocID="{1EABA58C-6B0C-4893-8524-C6298B736049}" presName="conn2-1" presStyleLbl="parChTrans1D4" presStyleIdx="2" presStyleCnt="4"/>
      <dgm:spPr/>
    </dgm:pt>
    <dgm:pt modelId="{499011B2-E167-4D5D-B4F4-E18C62D13547}" type="pres">
      <dgm:prSet presAssocID="{1EABA58C-6B0C-4893-8524-C6298B736049}" presName="connTx" presStyleLbl="parChTrans1D4" presStyleIdx="2" presStyleCnt="4"/>
      <dgm:spPr/>
    </dgm:pt>
    <dgm:pt modelId="{FA3201E2-4F46-4DAD-9479-0DBFC9ACA582}" type="pres">
      <dgm:prSet presAssocID="{AF6E7EC7-77AB-4578-8FF0-6F0A405FF2EE}" presName="root2" presStyleCnt="0"/>
      <dgm:spPr/>
    </dgm:pt>
    <dgm:pt modelId="{836E6723-62D6-4EDD-9C57-A066F37D64C4}" type="pres">
      <dgm:prSet presAssocID="{AF6E7EC7-77AB-4578-8FF0-6F0A405FF2EE}" presName="LevelTwoTextNode" presStyleLbl="node4" presStyleIdx="2" presStyleCnt="4">
        <dgm:presLayoutVars>
          <dgm:chPref val="3"/>
        </dgm:presLayoutVars>
      </dgm:prSet>
      <dgm:spPr/>
    </dgm:pt>
    <dgm:pt modelId="{10BCBAA7-33A3-41BE-9705-100D31D0931C}" type="pres">
      <dgm:prSet presAssocID="{AF6E7EC7-77AB-4578-8FF0-6F0A405FF2EE}" presName="level3hierChild" presStyleCnt="0"/>
      <dgm:spPr/>
    </dgm:pt>
    <dgm:pt modelId="{E3096AC5-1663-4CB5-9CCB-9C0D7BB82BD5}" type="pres">
      <dgm:prSet presAssocID="{6C2FC51A-B919-4046-AE60-A2034B4BAD26}" presName="conn2-1" presStyleLbl="parChTrans1D4" presStyleIdx="3" presStyleCnt="4"/>
      <dgm:spPr/>
    </dgm:pt>
    <dgm:pt modelId="{A7F7EB52-2A5E-47FC-95C2-A3F1A565580D}" type="pres">
      <dgm:prSet presAssocID="{6C2FC51A-B919-4046-AE60-A2034B4BAD26}" presName="connTx" presStyleLbl="parChTrans1D4" presStyleIdx="3" presStyleCnt="4"/>
      <dgm:spPr/>
    </dgm:pt>
    <dgm:pt modelId="{26099DD6-76A1-448D-B662-567E50AE5226}" type="pres">
      <dgm:prSet presAssocID="{8DDCE237-4D61-41DF-9A84-850D5BA714C7}" presName="root2" presStyleCnt="0"/>
      <dgm:spPr/>
    </dgm:pt>
    <dgm:pt modelId="{31993F40-5F11-4610-A7F3-BAECD6745F8C}" type="pres">
      <dgm:prSet presAssocID="{8DDCE237-4D61-41DF-9A84-850D5BA714C7}" presName="LevelTwoTextNode" presStyleLbl="node4" presStyleIdx="3" presStyleCnt="4">
        <dgm:presLayoutVars>
          <dgm:chPref val="3"/>
        </dgm:presLayoutVars>
      </dgm:prSet>
      <dgm:spPr/>
    </dgm:pt>
    <dgm:pt modelId="{EE949093-4022-488D-9709-BD81097A37C5}" type="pres">
      <dgm:prSet presAssocID="{8DDCE237-4D61-41DF-9A84-850D5BA714C7}" presName="level3hierChild" presStyleCnt="0"/>
      <dgm:spPr/>
    </dgm:pt>
  </dgm:ptLst>
  <dgm:cxnLst>
    <dgm:cxn modelId="{C628D707-6B19-4366-8D28-4079ADD502F7}" type="presOf" srcId="{E5D4FF24-81DE-4525-B72D-926421A5270C}" destId="{EA26AA4E-9DF4-4DC2-B1EA-9834AE18BB6F}" srcOrd="1" destOrd="0" presId="urn:microsoft.com/office/officeart/2005/8/layout/hierarchy2"/>
    <dgm:cxn modelId="{43984815-EDE3-4A68-BD52-19F40C13FE8B}" type="presOf" srcId="{6170D970-F9BC-4667-87AD-29375FDA0F34}" destId="{546A4F05-F7B4-4EDC-9954-C99EB8A3C83F}" srcOrd="0" destOrd="0" presId="urn:microsoft.com/office/officeart/2005/8/layout/hierarchy2"/>
    <dgm:cxn modelId="{1827CA24-01FA-475A-8927-FB849EB816D4}" type="presOf" srcId="{64A37ECA-33BA-4464-BC64-813990020758}" destId="{F26C2FC5-918E-452C-B514-33172AE4A768}" srcOrd="0" destOrd="0" presId="urn:microsoft.com/office/officeart/2005/8/layout/hierarchy2"/>
    <dgm:cxn modelId="{3DBE182E-8411-4CB3-A18C-43B78AFD5F24}" type="presOf" srcId="{AF6E7EC7-77AB-4578-8FF0-6F0A405FF2EE}" destId="{836E6723-62D6-4EDD-9C57-A066F37D64C4}" srcOrd="0" destOrd="0" presId="urn:microsoft.com/office/officeart/2005/8/layout/hierarchy2"/>
    <dgm:cxn modelId="{2BF27F2E-BB15-4CF9-A50F-FB029EF5CA11}" type="presOf" srcId="{8DA998C0-BCB9-457F-8908-12C1D98D3130}" destId="{B7E4533E-8ED9-4EA0-A683-B8B6ED02E776}" srcOrd="0" destOrd="0" presId="urn:microsoft.com/office/officeart/2005/8/layout/hierarchy2"/>
    <dgm:cxn modelId="{08758741-9394-41C2-B0D8-5319E854C7C6}" type="presOf" srcId="{1EABA58C-6B0C-4893-8524-C6298B736049}" destId="{499011B2-E167-4D5D-B4F4-E18C62D13547}" srcOrd="1" destOrd="0" presId="urn:microsoft.com/office/officeart/2005/8/layout/hierarchy2"/>
    <dgm:cxn modelId="{66E25C43-8CC3-46BD-A06A-42B4B42EE595}" srcId="{5E768C59-FCCA-4EB5-80DE-767699FE60A5}" destId="{1F6887D4-ABBF-4DE9-98D2-C52AC9BB4D08}" srcOrd="0" destOrd="0" parTransId="{29CF3140-A3B2-454F-B465-8C7E9BC1F24A}" sibTransId="{0C2F7A01-B07A-487A-8D8D-FEECA6F7DD00}"/>
    <dgm:cxn modelId="{619D6045-95BC-46AD-8FCC-1F00EA8DA297}" type="presOf" srcId="{46671AC6-C6E7-4F26-8059-E92F30F111EE}" destId="{FB5BF5AE-D448-4B43-B41B-727531E219E0}" srcOrd="0" destOrd="0" presId="urn:microsoft.com/office/officeart/2005/8/layout/hierarchy2"/>
    <dgm:cxn modelId="{77D46D65-62B5-4E1A-9E40-52921519C834}" srcId="{84D087D5-111D-4618-B3DC-B61499ADD315}" destId="{61047B33-8DBE-4CD5-9B25-CDDDC56AA60D}" srcOrd="0" destOrd="0" parTransId="{64A37ECA-33BA-4464-BC64-813990020758}" sibTransId="{32BCD36F-9FD8-4A21-BC55-0733D7FFFF84}"/>
    <dgm:cxn modelId="{3E01E365-72F2-46FE-AE68-E49F6E2A77A8}" srcId="{1F6887D4-ABBF-4DE9-98D2-C52AC9BB4D08}" destId="{8DA998C0-BCB9-457F-8908-12C1D98D3130}" srcOrd="0" destOrd="0" parTransId="{E5D4FF24-81DE-4525-B72D-926421A5270C}" sibTransId="{62A7376A-BB7F-4E36-8225-16F4F1C5BAD7}"/>
    <dgm:cxn modelId="{EB9FDA46-BDFC-4ED1-B97B-7E6CE4F23B6D}" type="presOf" srcId="{1F6887D4-ABBF-4DE9-98D2-C52AC9BB4D08}" destId="{6510BB31-94D8-4CFB-A338-58E31B240912}" srcOrd="0" destOrd="0" presId="urn:microsoft.com/office/officeart/2005/8/layout/hierarchy2"/>
    <dgm:cxn modelId="{240B0667-2C06-4344-B031-22646BDE5DFA}" type="presOf" srcId="{89D5A82D-945A-433A-A46F-5376224591B5}" destId="{B4E1AC34-2B00-4B75-A5FA-64A21CC30DF2}" srcOrd="1" destOrd="0" presId="urn:microsoft.com/office/officeart/2005/8/layout/hierarchy2"/>
    <dgm:cxn modelId="{61FD114B-BF8C-4037-8FE5-4CA4EA30B553}" type="presOf" srcId="{3B8A6253-5B9B-4D05-BD57-DD6FC5577F5B}" destId="{D133B705-9858-4FA7-9914-35166DA635A1}" srcOrd="1" destOrd="0" presId="urn:microsoft.com/office/officeart/2005/8/layout/hierarchy2"/>
    <dgm:cxn modelId="{1AEBBC70-C1AB-426C-B1AE-F3A22EFD226E}" srcId="{8DA998C0-BCB9-457F-8908-12C1D98D3130}" destId="{84D087D5-111D-4618-B3DC-B61499ADD315}" srcOrd="1" destOrd="0" parTransId="{A64D72AE-2905-40E9-BCE2-0A1DDDFD2E84}" sibTransId="{BB95C520-82AF-4670-AD2D-D82DDB2EF628}"/>
    <dgm:cxn modelId="{81015D52-D277-45F9-AFB0-3F1B988C21B7}" type="presOf" srcId="{84D087D5-111D-4618-B3DC-B61499ADD315}" destId="{EF640B08-1DB4-4A19-AAAB-FED17BC8779B}" srcOrd="0" destOrd="0" presId="urn:microsoft.com/office/officeart/2005/8/layout/hierarchy2"/>
    <dgm:cxn modelId="{27F0CB73-5F83-479D-82DF-5C596780BB26}" type="presOf" srcId="{89D5A82D-945A-433A-A46F-5376224591B5}" destId="{AED6350B-0360-42B5-BA86-4D4DB147EED4}" srcOrd="0" destOrd="0" presId="urn:microsoft.com/office/officeart/2005/8/layout/hierarchy2"/>
    <dgm:cxn modelId="{3041E177-F7CA-4D84-8CD2-F6CB2F1E9984}" type="presOf" srcId="{6C2FC51A-B919-4046-AE60-A2034B4BAD26}" destId="{A7F7EB52-2A5E-47FC-95C2-A3F1A565580D}" srcOrd="1" destOrd="0" presId="urn:microsoft.com/office/officeart/2005/8/layout/hierarchy2"/>
    <dgm:cxn modelId="{A4434558-B7FA-4AC7-A7F0-9974D8F0ADE2}" type="presOf" srcId="{A64D72AE-2905-40E9-BCE2-0A1DDDFD2E84}" destId="{BD36ABC8-77E5-46E3-9B70-8B6B4049F2A8}" srcOrd="1" destOrd="0" presId="urn:microsoft.com/office/officeart/2005/8/layout/hierarchy2"/>
    <dgm:cxn modelId="{B9CCEE7C-1A75-4DB7-93B1-A6A47AEC555A}" srcId="{84D087D5-111D-4618-B3DC-B61499ADD315}" destId="{AF6E7EC7-77AB-4578-8FF0-6F0A405FF2EE}" srcOrd="2" destOrd="0" parTransId="{1EABA58C-6B0C-4893-8524-C6298B736049}" sibTransId="{5D1081F8-42A1-4702-B2B0-73A4D2574ACA}"/>
    <dgm:cxn modelId="{1F1A6683-475B-470A-98D2-5278826D7E50}" srcId="{84D087D5-111D-4618-B3DC-B61499ADD315}" destId="{6170D970-F9BC-4667-87AD-29375FDA0F34}" srcOrd="1" destOrd="0" parTransId="{3B8A6253-5B9B-4D05-BD57-DD6FC5577F5B}" sibTransId="{6BA1C175-6062-4699-89E6-E3C478F6FF0D}"/>
    <dgm:cxn modelId="{68625B8B-083D-43A1-A677-CD802E773437}" srcId="{8DA998C0-BCB9-457F-8908-12C1D98D3130}" destId="{46671AC6-C6E7-4F26-8059-E92F30F111EE}" srcOrd="0" destOrd="0" parTransId="{89D5A82D-945A-433A-A46F-5376224591B5}" sibTransId="{C11A6CF1-3671-4F2A-A328-D8ED7BDF585B}"/>
    <dgm:cxn modelId="{FF12358D-2A7D-4C8F-AFB0-5D36F118863A}" type="presOf" srcId="{8DDCE237-4D61-41DF-9A84-850D5BA714C7}" destId="{31993F40-5F11-4610-A7F3-BAECD6745F8C}" srcOrd="0" destOrd="0" presId="urn:microsoft.com/office/officeart/2005/8/layout/hierarchy2"/>
    <dgm:cxn modelId="{B258D9A4-0234-4080-8A0F-50D541A70706}" type="presOf" srcId="{6C2FC51A-B919-4046-AE60-A2034B4BAD26}" destId="{E3096AC5-1663-4CB5-9CCB-9C0D7BB82BD5}" srcOrd="0" destOrd="0" presId="urn:microsoft.com/office/officeart/2005/8/layout/hierarchy2"/>
    <dgm:cxn modelId="{FF8F5BA6-8911-4ADC-8EAD-D203710444B8}" srcId="{84D087D5-111D-4618-B3DC-B61499ADD315}" destId="{8DDCE237-4D61-41DF-9A84-850D5BA714C7}" srcOrd="3" destOrd="0" parTransId="{6C2FC51A-B919-4046-AE60-A2034B4BAD26}" sibTransId="{3AC3F05F-67ED-48AE-8075-46DED42D79E8}"/>
    <dgm:cxn modelId="{E5A980A8-ED42-4070-B74E-D0CEA2B8E573}" type="presOf" srcId="{1EABA58C-6B0C-4893-8524-C6298B736049}" destId="{B88ACA5F-BC5D-40C1-B18B-E261C7BFC5F2}" srcOrd="0" destOrd="0" presId="urn:microsoft.com/office/officeart/2005/8/layout/hierarchy2"/>
    <dgm:cxn modelId="{168001BB-CC29-4961-AB55-F60B76A42B1D}" type="presOf" srcId="{5E768C59-FCCA-4EB5-80DE-767699FE60A5}" destId="{38CD416B-4CED-404A-9D7F-5970197E7747}" srcOrd="0" destOrd="0" presId="urn:microsoft.com/office/officeart/2005/8/layout/hierarchy2"/>
    <dgm:cxn modelId="{48416DDF-CDD1-4BD7-AF04-F20946613593}" type="presOf" srcId="{A64D72AE-2905-40E9-BCE2-0A1DDDFD2E84}" destId="{ACDA40C0-B6EE-4365-B61D-50CB95CA5D91}" srcOrd="0" destOrd="0" presId="urn:microsoft.com/office/officeart/2005/8/layout/hierarchy2"/>
    <dgm:cxn modelId="{434714EB-C877-47B9-BBF0-E86B79ED2006}" type="presOf" srcId="{E5D4FF24-81DE-4525-B72D-926421A5270C}" destId="{6EE67A8D-5072-4750-9F5A-C0E5D5B37027}" srcOrd="0" destOrd="0" presId="urn:microsoft.com/office/officeart/2005/8/layout/hierarchy2"/>
    <dgm:cxn modelId="{371E2CEB-E211-46D7-B4DF-1748F988966D}" type="presOf" srcId="{61047B33-8DBE-4CD5-9B25-CDDDC56AA60D}" destId="{5E0BDB9E-FAA6-4CC5-8457-7BA2D199AE0D}" srcOrd="0" destOrd="0" presId="urn:microsoft.com/office/officeart/2005/8/layout/hierarchy2"/>
    <dgm:cxn modelId="{178FEBED-EDC3-4B90-A28E-8434C170622B}" type="presOf" srcId="{64A37ECA-33BA-4464-BC64-813990020758}" destId="{6E27441D-FC1B-4D35-B248-EAE55875CE29}" srcOrd="1" destOrd="0" presId="urn:microsoft.com/office/officeart/2005/8/layout/hierarchy2"/>
    <dgm:cxn modelId="{8EF20DEE-2E7E-4DD7-B03E-A5299EAA5786}" type="presOf" srcId="{3B8A6253-5B9B-4D05-BD57-DD6FC5577F5B}" destId="{0BF0CBF1-C737-4D6A-B1AB-FCCDA1C80EA4}" srcOrd="0" destOrd="0" presId="urn:microsoft.com/office/officeart/2005/8/layout/hierarchy2"/>
    <dgm:cxn modelId="{2CD19BFB-C4F1-4D0A-8204-18A3888BF3DF}" type="presParOf" srcId="{38CD416B-4CED-404A-9D7F-5970197E7747}" destId="{84DF6D37-CB2E-496B-AE44-F69657077F40}" srcOrd="0" destOrd="0" presId="urn:microsoft.com/office/officeart/2005/8/layout/hierarchy2"/>
    <dgm:cxn modelId="{28AB8BF7-23DB-4A46-9527-39872F71B93F}" type="presParOf" srcId="{84DF6D37-CB2E-496B-AE44-F69657077F40}" destId="{6510BB31-94D8-4CFB-A338-58E31B240912}" srcOrd="0" destOrd="0" presId="urn:microsoft.com/office/officeart/2005/8/layout/hierarchy2"/>
    <dgm:cxn modelId="{DD08BD4C-DCB0-4AC9-A6AF-9EC592657753}" type="presParOf" srcId="{84DF6D37-CB2E-496B-AE44-F69657077F40}" destId="{7A10066D-AE33-499D-B028-4AC420B45960}" srcOrd="1" destOrd="0" presId="urn:microsoft.com/office/officeart/2005/8/layout/hierarchy2"/>
    <dgm:cxn modelId="{501157B3-D0D6-404E-A5C4-A159E87A131D}" type="presParOf" srcId="{7A10066D-AE33-499D-B028-4AC420B45960}" destId="{6EE67A8D-5072-4750-9F5A-C0E5D5B37027}" srcOrd="0" destOrd="0" presId="urn:microsoft.com/office/officeart/2005/8/layout/hierarchy2"/>
    <dgm:cxn modelId="{C5C54352-07A4-47CC-AB86-613012A22B34}" type="presParOf" srcId="{6EE67A8D-5072-4750-9F5A-C0E5D5B37027}" destId="{EA26AA4E-9DF4-4DC2-B1EA-9834AE18BB6F}" srcOrd="0" destOrd="0" presId="urn:microsoft.com/office/officeart/2005/8/layout/hierarchy2"/>
    <dgm:cxn modelId="{D4A0157B-B67E-4AAA-8CE6-0513D73330F1}" type="presParOf" srcId="{7A10066D-AE33-499D-B028-4AC420B45960}" destId="{A49655FF-9E2F-4E48-BC23-DC961395E169}" srcOrd="1" destOrd="0" presId="urn:microsoft.com/office/officeart/2005/8/layout/hierarchy2"/>
    <dgm:cxn modelId="{2D75D616-96E2-4815-9ADD-DD3EAB81915B}" type="presParOf" srcId="{A49655FF-9E2F-4E48-BC23-DC961395E169}" destId="{B7E4533E-8ED9-4EA0-A683-B8B6ED02E776}" srcOrd="0" destOrd="0" presId="urn:microsoft.com/office/officeart/2005/8/layout/hierarchy2"/>
    <dgm:cxn modelId="{57946E76-B296-490D-8F28-37B2A02DD73F}" type="presParOf" srcId="{A49655FF-9E2F-4E48-BC23-DC961395E169}" destId="{213A4654-0CB7-4BEA-A02A-86D64028BFF3}" srcOrd="1" destOrd="0" presId="urn:microsoft.com/office/officeart/2005/8/layout/hierarchy2"/>
    <dgm:cxn modelId="{1A09CEE5-B62E-4B68-9B58-B26F36FB4236}" type="presParOf" srcId="{213A4654-0CB7-4BEA-A02A-86D64028BFF3}" destId="{AED6350B-0360-42B5-BA86-4D4DB147EED4}" srcOrd="0" destOrd="0" presId="urn:microsoft.com/office/officeart/2005/8/layout/hierarchy2"/>
    <dgm:cxn modelId="{02413EED-E4A4-4B93-91B5-10D289A2D48C}" type="presParOf" srcId="{AED6350B-0360-42B5-BA86-4D4DB147EED4}" destId="{B4E1AC34-2B00-4B75-A5FA-64A21CC30DF2}" srcOrd="0" destOrd="0" presId="urn:microsoft.com/office/officeart/2005/8/layout/hierarchy2"/>
    <dgm:cxn modelId="{14B38C3C-9A18-4917-A82E-4D25D3EB78D2}" type="presParOf" srcId="{213A4654-0CB7-4BEA-A02A-86D64028BFF3}" destId="{9FE326EB-992E-46BE-86D1-3ACD4E78FE91}" srcOrd="1" destOrd="0" presId="urn:microsoft.com/office/officeart/2005/8/layout/hierarchy2"/>
    <dgm:cxn modelId="{186E777F-F748-4D80-BF46-52EC8E9482A4}" type="presParOf" srcId="{9FE326EB-992E-46BE-86D1-3ACD4E78FE91}" destId="{FB5BF5AE-D448-4B43-B41B-727531E219E0}" srcOrd="0" destOrd="0" presId="urn:microsoft.com/office/officeart/2005/8/layout/hierarchy2"/>
    <dgm:cxn modelId="{61B38445-511E-44B7-9850-24D71789E727}" type="presParOf" srcId="{9FE326EB-992E-46BE-86D1-3ACD4E78FE91}" destId="{DCF10FC1-1DBE-4E18-AA5C-7CE9E275DAEC}" srcOrd="1" destOrd="0" presId="urn:microsoft.com/office/officeart/2005/8/layout/hierarchy2"/>
    <dgm:cxn modelId="{16F20435-EF62-4105-9412-DBBBA0F6C585}" type="presParOf" srcId="{213A4654-0CB7-4BEA-A02A-86D64028BFF3}" destId="{ACDA40C0-B6EE-4365-B61D-50CB95CA5D91}" srcOrd="2" destOrd="0" presId="urn:microsoft.com/office/officeart/2005/8/layout/hierarchy2"/>
    <dgm:cxn modelId="{93560175-F3F6-49E2-9E07-F14F5DD27F8F}" type="presParOf" srcId="{ACDA40C0-B6EE-4365-B61D-50CB95CA5D91}" destId="{BD36ABC8-77E5-46E3-9B70-8B6B4049F2A8}" srcOrd="0" destOrd="0" presId="urn:microsoft.com/office/officeart/2005/8/layout/hierarchy2"/>
    <dgm:cxn modelId="{36D7E862-3AF4-4107-8162-25BFDBD72145}" type="presParOf" srcId="{213A4654-0CB7-4BEA-A02A-86D64028BFF3}" destId="{69F285B0-866B-45D3-A44F-39F01511BE52}" srcOrd="3" destOrd="0" presId="urn:microsoft.com/office/officeart/2005/8/layout/hierarchy2"/>
    <dgm:cxn modelId="{0F389BAB-91F0-42F6-B73B-57509D951A07}" type="presParOf" srcId="{69F285B0-866B-45D3-A44F-39F01511BE52}" destId="{EF640B08-1DB4-4A19-AAAB-FED17BC8779B}" srcOrd="0" destOrd="0" presId="urn:microsoft.com/office/officeart/2005/8/layout/hierarchy2"/>
    <dgm:cxn modelId="{51CEE3E6-643F-49E5-AD54-20FB7F3B0C1D}" type="presParOf" srcId="{69F285B0-866B-45D3-A44F-39F01511BE52}" destId="{8F3FF6E6-2CE6-4543-B25E-9BFA64DEC8D8}" srcOrd="1" destOrd="0" presId="urn:microsoft.com/office/officeart/2005/8/layout/hierarchy2"/>
    <dgm:cxn modelId="{232D28D6-2437-4252-B2BB-E7C7F1597F1E}" type="presParOf" srcId="{8F3FF6E6-2CE6-4543-B25E-9BFA64DEC8D8}" destId="{F26C2FC5-918E-452C-B514-33172AE4A768}" srcOrd="0" destOrd="0" presId="urn:microsoft.com/office/officeart/2005/8/layout/hierarchy2"/>
    <dgm:cxn modelId="{C6C3D3E7-D324-4F34-80DA-DD674D6245D5}" type="presParOf" srcId="{F26C2FC5-918E-452C-B514-33172AE4A768}" destId="{6E27441D-FC1B-4D35-B248-EAE55875CE29}" srcOrd="0" destOrd="0" presId="urn:microsoft.com/office/officeart/2005/8/layout/hierarchy2"/>
    <dgm:cxn modelId="{3DFC88F5-FB6E-449B-ABDC-58E265CEB80C}" type="presParOf" srcId="{8F3FF6E6-2CE6-4543-B25E-9BFA64DEC8D8}" destId="{DF58D68D-416E-4C20-8089-9D0D97F41B5E}" srcOrd="1" destOrd="0" presId="urn:microsoft.com/office/officeart/2005/8/layout/hierarchy2"/>
    <dgm:cxn modelId="{CBDD5A0B-8FE8-4227-BF4C-B1A1EC612CB4}" type="presParOf" srcId="{DF58D68D-416E-4C20-8089-9D0D97F41B5E}" destId="{5E0BDB9E-FAA6-4CC5-8457-7BA2D199AE0D}" srcOrd="0" destOrd="0" presId="urn:microsoft.com/office/officeart/2005/8/layout/hierarchy2"/>
    <dgm:cxn modelId="{20963E81-4380-4CF3-8048-D06883D68455}" type="presParOf" srcId="{DF58D68D-416E-4C20-8089-9D0D97F41B5E}" destId="{F05EEDD5-6AC9-458D-9BF9-3DC8B9CBF41E}" srcOrd="1" destOrd="0" presId="urn:microsoft.com/office/officeart/2005/8/layout/hierarchy2"/>
    <dgm:cxn modelId="{05CEEE94-230D-4FBE-B7B0-385607E2321A}" type="presParOf" srcId="{8F3FF6E6-2CE6-4543-B25E-9BFA64DEC8D8}" destId="{0BF0CBF1-C737-4D6A-B1AB-FCCDA1C80EA4}" srcOrd="2" destOrd="0" presId="urn:microsoft.com/office/officeart/2005/8/layout/hierarchy2"/>
    <dgm:cxn modelId="{FAB8F99B-7615-4F35-AE90-231EF0AE7E2F}" type="presParOf" srcId="{0BF0CBF1-C737-4D6A-B1AB-FCCDA1C80EA4}" destId="{D133B705-9858-4FA7-9914-35166DA635A1}" srcOrd="0" destOrd="0" presId="urn:microsoft.com/office/officeart/2005/8/layout/hierarchy2"/>
    <dgm:cxn modelId="{48F1B036-8710-4FBD-8633-436F9CC9154D}" type="presParOf" srcId="{8F3FF6E6-2CE6-4543-B25E-9BFA64DEC8D8}" destId="{C8264805-BFD0-4495-B63C-6FE731322F63}" srcOrd="3" destOrd="0" presId="urn:microsoft.com/office/officeart/2005/8/layout/hierarchy2"/>
    <dgm:cxn modelId="{AFF0024F-0BB9-4C2D-8DD8-2F3D0A0E8900}" type="presParOf" srcId="{C8264805-BFD0-4495-B63C-6FE731322F63}" destId="{546A4F05-F7B4-4EDC-9954-C99EB8A3C83F}" srcOrd="0" destOrd="0" presId="urn:microsoft.com/office/officeart/2005/8/layout/hierarchy2"/>
    <dgm:cxn modelId="{B5A0070B-30E6-493C-B73F-3B608DE3F532}" type="presParOf" srcId="{C8264805-BFD0-4495-B63C-6FE731322F63}" destId="{941E0F4C-F145-40FC-B7EA-BCE5F4A5587E}" srcOrd="1" destOrd="0" presId="urn:microsoft.com/office/officeart/2005/8/layout/hierarchy2"/>
    <dgm:cxn modelId="{3B0EEE4F-ABF4-44C0-B80E-FB791507064C}" type="presParOf" srcId="{8F3FF6E6-2CE6-4543-B25E-9BFA64DEC8D8}" destId="{B88ACA5F-BC5D-40C1-B18B-E261C7BFC5F2}" srcOrd="4" destOrd="0" presId="urn:microsoft.com/office/officeart/2005/8/layout/hierarchy2"/>
    <dgm:cxn modelId="{1135E151-DF08-4AC1-8634-E8E5A0F564B0}" type="presParOf" srcId="{B88ACA5F-BC5D-40C1-B18B-E261C7BFC5F2}" destId="{499011B2-E167-4D5D-B4F4-E18C62D13547}" srcOrd="0" destOrd="0" presId="urn:microsoft.com/office/officeart/2005/8/layout/hierarchy2"/>
    <dgm:cxn modelId="{147430F2-B4DF-4DBD-BF9C-8A3744E67CBE}" type="presParOf" srcId="{8F3FF6E6-2CE6-4543-B25E-9BFA64DEC8D8}" destId="{FA3201E2-4F46-4DAD-9479-0DBFC9ACA582}" srcOrd="5" destOrd="0" presId="urn:microsoft.com/office/officeart/2005/8/layout/hierarchy2"/>
    <dgm:cxn modelId="{BEEBA0B6-4819-4F85-89A7-991724EC95AD}" type="presParOf" srcId="{FA3201E2-4F46-4DAD-9479-0DBFC9ACA582}" destId="{836E6723-62D6-4EDD-9C57-A066F37D64C4}" srcOrd="0" destOrd="0" presId="urn:microsoft.com/office/officeart/2005/8/layout/hierarchy2"/>
    <dgm:cxn modelId="{5A637D7B-6239-4CFE-A85A-A05EAE5F16D5}" type="presParOf" srcId="{FA3201E2-4F46-4DAD-9479-0DBFC9ACA582}" destId="{10BCBAA7-33A3-41BE-9705-100D31D0931C}" srcOrd="1" destOrd="0" presId="urn:microsoft.com/office/officeart/2005/8/layout/hierarchy2"/>
    <dgm:cxn modelId="{56AEA49D-F4E2-47AA-8233-798357775E30}" type="presParOf" srcId="{8F3FF6E6-2CE6-4543-B25E-9BFA64DEC8D8}" destId="{E3096AC5-1663-4CB5-9CCB-9C0D7BB82BD5}" srcOrd="6" destOrd="0" presId="urn:microsoft.com/office/officeart/2005/8/layout/hierarchy2"/>
    <dgm:cxn modelId="{BD527A7B-E06B-450E-8876-01DE84A8FF4E}" type="presParOf" srcId="{E3096AC5-1663-4CB5-9CCB-9C0D7BB82BD5}" destId="{A7F7EB52-2A5E-47FC-95C2-A3F1A565580D}" srcOrd="0" destOrd="0" presId="urn:microsoft.com/office/officeart/2005/8/layout/hierarchy2"/>
    <dgm:cxn modelId="{23F0EBDB-4DC0-4271-A488-70174AD2915F}" type="presParOf" srcId="{8F3FF6E6-2CE6-4543-B25E-9BFA64DEC8D8}" destId="{26099DD6-76A1-448D-B662-567E50AE5226}" srcOrd="7" destOrd="0" presId="urn:microsoft.com/office/officeart/2005/8/layout/hierarchy2"/>
    <dgm:cxn modelId="{2D4EDEA1-046A-4242-AE9E-29BDDBC5B065}" type="presParOf" srcId="{26099DD6-76A1-448D-B662-567E50AE5226}" destId="{31993F40-5F11-4610-A7F3-BAECD6745F8C}" srcOrd="0" destOrd="0" presId="urn:microsoft.com/office/officeart/2005/8/layout/hierarchy2"/>
    <dgm:cxn modelId="{7438F656-7B4A-451D-AB13-DD6E8448EB97}" type="presParOf" srcId="{26099DD6-76A1-448D-B662-567E50AE5226}" destId="{EE949093-4022-488D-9709-BD81097A37C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DCAEAF-8D51-4C34-872A-093E13993D19}" type="doc">
      <dgm:prSet loTypeId="urn:microsoft.com/office/officeart/2005/8/layout/matrix3" loCatId="matrix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E840E54-26EB-4E22-90D6-460A17F75D53}">
      <dgm:prSet phldrT="[Text]"/>
      <dgm:spPr/>
      <dgm:t>
        <a:bodyPr/>
        <a:lstStyle/>
        <a:p>
          <a:r>
            <a:rPr lang="en-US" dirty="0"/>
            <a:t>1. Use URIs as names for things</a:t>
          </a:r>
        </a:p>
      </dgm:t>
    </dgm:pt>
    <dgm:pt modelId="{59CF01FA-2E5E-4D54-95A4-2FEDDE8DA499}" type="parTrans" cxnId="{15FBDF21-7593-442D-A746-ECAD83184972}">
      <dgm:prSet/>
      <dgm:spPr/>
      <dgm:t>
        <a:bodyPr/>
        <a:lstStyle/>
        <a:p>
          <a:endParaRPr lang="en-US"/>
        </a:p>
      </dgm:t>
    </dgm:pt>
    <dgm:pt modelId="{F24125C0-7964-4F9B-B6E3-4D62398E0321}" type="sibTrans" cxnId="{15FBDF21-7593-442D-A746-ECAD83184972}">
      <dgm:prSet/>
      <dgm:spPr/>
      <dgm:t>
        <a:bodyPr/>
        <a:lstStyle/>
        <a:p>
          <a:endParaRPr lang="en-US"/>
        </a:p>
      </dgm:t>
    </dgm:pt>
    <dgm:pt modelId="{5A8F2470-C560-4448-A989-354AAFA602C3}">
      <dgm:prSet phldrT="[Text]"/>
      <dgm:spPr/>
      <dgm:t>
        <a:bodyPr/>
        <a:lstStyle/>
        <a:p>
          <a:r>
            <a:rPr lang="en-US" dirty="0"/>
            <a:t>2. Use HTTP URIs so that people can look up those names</a:t>
          </a:r>
        </a:p>
      </dgm:t>
    </dgm:pt>
    <dgm:pt modelId="{C6F325A8-B84B-4842-8C6F-A0D63F93FF90}" type="parTrans" cxnId="{66259A10-D8E8-4C3F-9092-D8F57A174C48}">
      <dgm:prSet/>
      <dgm:spPr/>
      <dgm:t>
        <a:bodyPr/>
        <a:lstStyle/>
        <a:p>
          <a:endParaRPr lang="en-US"/>
        </a:p>
      </dgm:t>
    </dgm:pt>
    <dgm:pt modelId="{DDA97B6D-AAC1-418D-B6BA-E6A28D102027}" type="sibTrans" cxnId="{66259A10-D8E8-4C3F-9092-D8F57A174C48}">
      <dgm:prSet/>
      <dgm:spPr/>
      <dgm:t>
        <a:bodyPr/>
        <a:lstStyle/>
        <a:p>
          <a:endParaRPr lang="en-US"/>
        </a:p>
      </dgm:t>
    </dgm:pt>
    <dgm:pt modelId="{03FAF134-A8E9-4C6F-9E37-105FE520C1B3}">
      <dgm:prSet phldrT="[Text]"/>
      <dgm:spPr/>
      <dgm:t>
        <a:bodyPr/>
        <a:lstStyle/>
        <a:p>
          <a:r>
            <a:rPr lang="en-US" dirty="0"/>
            <a:t>3. When someone looks up a URI, provide useful information, using the standards (RDF, SPARQL)</a:t>
          </a:r>
        </a:p>
      </dgm:t>
    </dgm:pt>
    <dgm:pt modelId="{325151D4-66F1-46AA-9C76-22657C489A67}" type="parTrans" cxnId="{EE8007D9-850D-44C6-84EA-A569F29D3B56}">
      <dgm:prSet/>
      <dgm:spPr/>
      <dgm:t>
        <a:bodyPr/>
        <a:lstStyle/>
        <a:p>
          <a:endParaRPr lang="en-US"/>
        </a:p>
      </dgm:t>
    </dgm:pt>
    <dgm:pt modelId="{C8A9C04B-DB23-4833-9A84-20EDEBDB7ECD}" type="sibTrans" cxnId="{EE8007D9-850D-44C6-84EA-A569F29D3B56}">
      <dgm:prSet/>
      <dgm:spPr/>
      <dgm:t>
        <a:bodyPr/>
        <a:lstStyle/>
        <a:p>
          <a:endParaRPr lang="en-US"/>
        </a:p>
      </dgm:t>
    </dgm:pt>
    <dgm:pt modelId="{EBDB1C22-302B-45D5-81D2-EBE1484E26F2}">
      <dgm:prSet phldrT="[Text]"/>
      <dgm:spPr/>
      <dgm:t>
        <a:bodyPr/>
        <a:lstStyle/>
        <a:p>
          <a:r>
            <a:rPr lang="en-US" dirty="0"/>
            <a:t>4. Include links to other URIs so that they can discover more things</a:t>
          </a:r>
        </a:p>
      </dgm:t>
    </dgm:pt>
    <dgm:pt modelId="{40993BD4-8B84-4F44-ADD1-5CD7DD9BE406}" type="parTrans" cxnId="{44D68731-D481-44FA-A2A7-7CC5FD1C3D58}">
      <dgm:prSet/>
      <dgm:spPr/>
      <dgm:t>
        <a:bodyPr/>
        <a:lstStyle/>
        <a:p>
          <a:endParaRPr lang="en-US"/>
        </a:p>
      </dgm:t>
    </dgm:pt>
    <dgm:pt modelId="{02CCF06E-175D-45D9-8268-F504A4AA3B26}" type="sibTrans" cxnId="{44D68731-D481-44FA-A2A7-7CC5FD1C3D58}">
      <dgm:prSet/>
      <dgm:spPr/>
      <dgm:t>
        <a:bodyPr/>
        <a:lstStyle/>
        <a:p>
          <a:endParaRPr lang="en-US"/>
        </a:p>
      </dgm:t>
    </dgm:pt>
    <dgm:pt modelId="{1C9FC480-26AD-4109-84BB-C698C18985C9}" type="pres">
      <dgm:prSet presAssocID="{3ADCAEAF-8D51-4C34-872A-093E13993D19}" presName="matrix" presStyleCnt="0">
        <dgm:presLayoutVars>
          <dgm:chMax val="1"/>
          <dgm:dir/>
          <dgm:resizeHandles val="exact"/>
        </dgm:presLayoutVars>
      </dgm:prSet>
      <dgm:spPr/>
    </dgm:pt>
    <dgm:pt modelId="{B8F5F85E-ED71-4943-9B3C-712F45767A28}" type="pres">
      <dgm:prSet presAssocID="{3ADCAEAF-8D51-4C34-872A-093E13993D19}" presName="diamond" presStyleLbl="bgShp" presStyleIdx="0" presStyleCnt="1"/>
      <dgm:spPr/>
    </dgm:pt>
    <dgm:pt modelId="{E7AB09CE-99E7-430B-BA0D-71E6622ED198}" type="pres">
      <dgm:prSet presAssocID="{3ADCAEAF-8D51-4C34-872A-093E13993D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60DCAFA-EB3F-4A59-A1A5-9D27CF302B98}" type="pres">
      <dgm:prSet presAssocID="{3ADCAEAF-8D51-4C34-872A-093E13993D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A9D4B75-3717-408A-9116-B70B1F42C7CD}" type="pres">
      <dgm:prSet presAssocID="{3ADCAEAF-8D51-4C34-872A-093E13993D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695C12-2A3C-4685-84FA-F65731956B45}" type="pres">
      <dgm:prSet presAssocID="{3ADCAEAF-8D51-4C34-872A-093E13993D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6259A10-D8E8-4C3F-9092-D8F57A174C48}" srcId="{3ADCAEAF-8D51-4C34-872A-093E13993D19}" destId="{5A8F2470-C560-4448-A989-354AAFA602C3}" srcOrd="1" destOrd="0" parTransId="{C6F325A8-B84B-4842-8C6F-A0D63F93FF90}" sibTransId="{DDA97B6D-AAC1-418D-B6BA-E6A28D102027}"/>
    <dgm:cxn modelId="{15FBDF21-7593-442D-A746-ECAD83184972}" srcId="{3ADCAEAF-8D51-4C34-872A-093E13993D19}" destId="{0E840E54-26EB-4E22-90D6-460A17F75D53}" srcOrd="0" destOrd="0" parTransId="{59CF01FA-2E5E-4D54-95A4-2FEDDE8DA499}" sibTransId="{F24125C0-7964-4F9B-B6E3-4D62398E0321}"/>
    <dgm:cxn modelId="{44D68731-D481-44FA-A2A7-7CC5FD1C3D58}" srcId="{3ADCAEAF-8D51-4C34-872A-093E13993D19}" destId="{EBDB1C22-302B-45D5-81D2-EBE1484E26F2}" srcOrd="3" destOrd="0" parTransId="{40993BD4-8B84-4F44-ADD1-5CD7DD9BE406}" sibTransId="{02CCF06E-175D-45D9-8268-F504A4AA3B26}"/>
    <dgm:cxn modelId="{DB0CEA62-D3A3-43FA-9A91-96E8A3DC0CB5}" type="presOf" srcId="{5A8F2470-C560-4448-A989-354AAFA602C3}" destId="{760DCAFA-EB3F-4A59-A1A5-9D27CF302B98}" srcOrd="0" destOrd="0" presId="urn:microsoft.com/office/officeart/2005/8/layout/matrix3"/>
    <dgm:cxn modelId="{9EEDB863-3C33-4693-BE6A-F70EDB5C2726}" type="presOf" srcId="{0E840E54-26EB-4E22-90D6-460A17F75D53}" destId="{E7AB09CE-99E7-430B-BA0D-71E6622ED198}" srcOrd="0" destOrd="0" presId="urn:microsoft.com/office/officeart/2005/8/layout/matrix3"/>
    <dgm:cxn modelId="{37E0599A-D89B-42C6-B30B-375DF5348AF5}" type="presOf" srcId="{03FAF134-A8E9-4C6F-9E37-105FE520C1B3}" destId="{2A9D4B75-3717-408A-9116-B70B1F42C7CD}" srcOrd="0" destOrd="0" presId="urn:microsoft.com/office/officeart/2005/8/layout/matrix3"/>
    <dgm:cxn modelId="{F3F039AB-8840-4D26-8933-B163EB30369D}" type="presOf" srcId="{EBDB1C22-302B-45D5-81D2-EBE1484E26F2}" destId="{A5695C12-2A3C-4685-84FA-F65731956B45}" srcOrd="0" destOrd="0" presId="urn:microsoft.com/office/officeart/2005/8/layout/matrix3"/>
    <dgm:cxn modelId="{EE8007D9-850D-44C6-84EA-A569F29D3B56}" srcId="{3ADCAEAF-8D51-4C34-872A-093E13993D19}" destId="{03FAF134-A8E9-4C6F-9E37-105FE520C1B3}" srcOrd="2" destOrd="0" parTransId="{325151D4-66F1-46AA-9C76-22657C489A67}" sibTransId="{C8A9C04B-DB23-4833-9A84-20EDEBDB7ECD}"/>
    <dgm:cxn modelId="{43047BE2-10AE-4B13-9DB0-266778344728}" type="presOf" srcId="{3ADCAEAF-8D51-4C34-872A-093E13993D19}" destId="{1C9FC480-26AD-4109-84BB-C698C18985C9}" srcOrd="0" destOrd="0" presId="urn:microsoft.com/office/officeart/2005/8/layout/matrix3"/>
    <dgm:cxn modelId="{0F175FB9-A886-4A00-BDCB-A1BB0C477BD2}" type="presParOf" srcId="{1C9FC480-26AD-4109-84BB-C698C18985C9}" destId="{B8F5F85E-ED71-4943-9B3C-712F45767A28}" srcOrd="0" destOrd="0" presId="urn:microsoft.com/office/officeart/2005/8/layout/matrix3"/>
    <dgm:cxn modelId="{3AB26033-169D-448A-AA38-EF7CE3F31FC7}" type="presParOf" srcId="{1C9FC480-26AD-4109-84BB-C698C18985C9}" destId="{E7AB09CE-99E7-430B-BA0D-71E6622ED198}" srcOrd="1" destOrd="0" presId="urn:microsoft.com/office/officeart/2005/8/layout/matrix3"/>
    <dgm:cxn modelId="{7327DE19-9D69-4500-8342-7D37F82748CB}" type="presParOf" srcId="{1C9FC480-26AD-4109-84BB-C698C18985C9}" destId="{760DCAFA-EB3F-4A59-A1A5-9D27CF302B98}" srcOrd="2" destOrd="0" presId="urn:microsoft.com/office/officeart/2005/8/layout/matrix3"/>
    <dgm:cxn modelId="{28FF865E-3606-4DA9-800D-6D9E952E85B1}" type="presParOf" srcId="{1C9FC480-26AD-4109-84BB-C698C18985C9}" destId="{2A9D4B75-3717-408A-9116-B70B1F42C7CD}" srcOrd="3" destOrd="0" presId="urn:microsoft.com/office/officeart/2005/8/layout/matrix3"/>
    <dgm:cxn modelId="{D6B9A734-C841-46DA-909D-C77D15D9E7ED}" type="presParOf" srcId="{1C9FC480-26AD-4109-84BB-C698C18985C9}" destId="{A5695C12-2A3C-4685-84FA-F65731956B4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B18CC6-96B1-489E-8E84-D50868A562C1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8B8F763-C4B8-49C9-A901-112BFAA1E846}">
      <dgm:prSet phldrT="[Text]"/>
      <dgm:spPr/>
      <dgm:t>
        <a:bodyPr/>
        <a:lstStyle/>
        <a:p>
          <a:r>
            <a:rPr lang="en-US" dirty="0"/>
            <a:t>1999, RDF became a standard</a:t>
          </a:r>
        </a:p>
      </dgm:t>
    </dgm:pt>
    <dgm:pt modelId="{094D8FAD-4912-43AF-B104-E5639D758388}" type="parTrans" cxnId="{08A9272F-1654-461B-9888-5889D789585C}">
      <dgm:prSet/>
      <dgm:spPr/>
      <dgm:t>
        <a:bodyPr/>
        <a:lstStyle/>
        <a:p>
          <a:endParaRPr lang="en-US"/>
        </a:p>
      </dgm:t>
    </dgm:pt>
    <dgm:pt modelId="{C2A524A7-982F-4299-BADA-618541978098}" type="sibTrans" cxnId="{08A9272F-1654-461B-9888-5889D789585C}">
      <dgm:prSet/>
      <dgm:spPr/>
      <dgm:t>
        <a:bodyPr/>
        <a:lstStyle/>
        <a:p>
          <a:endParaRPr lang="en-US"/>
        </a:p>
      </dgm:t>
    </dgm:pt>
    <dgm:pt modelId="{4B0D16BF-1130-4664-93A8-D9F0FE3273FB}">
      <dgm:prSet phldrT="[Text]"/>
      <dgm:spPr/>
      <dgm:t>
        <a:bodyPr/>
        <a:lstStyle/>
        <a:p>
          <a:r>
            <a:rPr lang="en-US" dirty="0"/>
            <a:t>By 2004, over a dozen query language had been developed</a:t>
          </a:r>
        </a:p>
      </dgm:t>
    </dgm:pt>
    <dgm:pt modelId="{1D33FF3B-2E72-4D3B-9B56-03FCCB00704F}" type="parTrans" cxnId="{6B59307E-87CD-40A5-B52A-7F6FE8819A56}">
      <dgm:prSet/>
      <dgm:spPr/>
      <dgm:t>
        <a:bodyPr/>
        <a:lstStyle/>
        <a:p>
          <a:endParaRPr lang="en-US"/>
        </a:p>
      </dgm:t>
    </dgm:pt>
    <dgm:pt modelId="{50D59771-0E2E-4C2B-8328-1DC5940C349E}" type="sibTrans" cxnId="{6B59307E-87CD-40A5-B52A-7F6FE8819A56}">
      <dgm:prSet/>
      <dgm:spPr/>
      <dgm:t>
        <a:bodyPr/>
        <a:lstStyle/>
        <a:p>
          <a:endParaRPr lang="en-US"/>
        </a:p>
      </dgm:t>
    </dgm:pt>
    <dgm:pt modelId="{6038332A-7D6C-43F1-ABC1-5A58905A07C2}">
      <dgm:prSet phldrT="[Text]"/>
      <dgm:spPr/>
      <dgm:t>
        <a:bodyPr/>
        <a:lstStyle/>
        <a:p>
          <a:r>
            <a:rPr lang="en-US" dirty="0"/>
            <a:t>2004, W3C formed the RDF Data Access Working Group (DAWG)</a:t>
          </a:r>
        </a:p>
      </dgm:t>
    </dgm:pt>
    <dgm:pt modelId="{77C738B3-35DF-446A-AE11-19FD46D8C56B}" type="parTrans" cxnId="{D43C0A95-367C-4986-83EA-5C4220BA5C8C}">
      <dgm:prSet/>
      <dgm:spPr/>
      <dgm:t>
        <a:bodyPr/>
        <a:lstStyle/>
        <a:p>
          <a:endParaRPr lang="en-US"/>
        </a:p>
      </dgm:t>
    </dgm:pt>
    <dgm:pt modelId="{BCCBD5AC-F8B9-4B22-B806-807D23E2ACF1}" type="sibTrans" cxnId="{D43C0A95-367C-4986-83EA-5C4220BA5C8C}">
      <dgm:prSet/>
      <dgm:spPr/>
      <dgm:t>
        <a:bodyPr/>
        <a:lstStyle/>
        <a:p>
          <a:endParaRPr lang="en-US"/>
        </a:p>
      </dgm:t>
    </dgm:pt>
    <dgm:pt modelId="{ACBC62CF-38DA-48AF-8C86-2CE96F064AEE}">
      <dgm:prSet phldrT="[Text]"/>
      <dgm:spPr/>
      <dgm:t>
        <a:bodyPr/>
        <a:lstStyle/>
        <a:p>
          <a:r>
            <a:rPr lang="en-US" dirty="0"/>
            <a:t>Late 2004, RDF-DAWG released 1</a:t>
          </a:r>
          <a:r>
            <a:rPr lang="en-US" baseline="30000" dirty="0"/>
            <a:t>st</a:t>
          </a:r>
          <a:r>
            <a:rPr lang="en-US" dirty="0"/>
            <a:t> draft of the SPARQL Query Language specification</a:t>
          </a:r>
        </a:p>
      </dgm:t>
    </dgm:pt>
    <dgm:pt modelId="{7B082727-64ED-4740-A87F-803297825B05}" type="parTrans" cxnId="{B52F3D3D-6AC1-49B0-9637-5513AF26FA33}">
      <dgm:prSet/>
      <dgm:spPr/>
      <dgm:t>
        <a:bodyPr/>
        <a:lstStyle/>
        <a:p>
          <a:endParaRPr lang="en-US"/>
        </a:p>
      </dgm:t>
    </dgm:pt>
    <dgm:pt modelId="{5DA1C6B3-9EAB-4781-8141-03649F9FA435}" type="sibTrans" cxnId="{B52F3D3D-6AC1-49B0-9637-5513AF26FA33}">
      <dgm:prSet/>
      <dgm:spPr/>
      <dgm:t>
        <a:bodyPr/>
        <a:lstStyle/>
        <a:p>
          <a:endParaRPr lang="en-US"/>
        </a:p>
      </dgm:t>
    </dgm:pt>
    <dgm:pt modelId="{B7B2B014-68F3-46E6-840F-5366F54CF7E0}">
      <dgm:prSet phldrT="[Text]"/>
      <dgm:spPr/>
      <dgm:t>
        <a:bodyPr/>
        <a:lstStyle/>
        <a:p>
          <a:r>
            <a:rPr lang="en-US" dirty="0"/>
            <a:t>Early 2008, the query language, protocol, and query results XML format became Recommendations, or official W3C specifications</a:t>
          </a:r>
        </a:p>
      </dgm:t>
    </dgm:pt>
    <dgm:pt modelId="{72EC48D4-B572-4793-ABF0-5771D7520F77}" type="parTrans" cxnId="{76EA14D7-8764-4FAC-9FD5-BCB0A323FA31}">
      <dgm:prSet/>
      <dgm:spPr/>
      <dgm:t>
        <a:bodyPr/>
        <a:lstStyle/>
        <a:p>
          <a:endParaRPr lang="en-US"/>
        </a:p>
      </dgm:t>
    </dgm:pt>
    <dgm:pt modelId="{F307B996-3253-44D2-B194-69DA888E8CBA}" type="sibTrans" cxnId="{76EA14D7-8764-4FAC-9FD5-BCB0A323FA31}">
      <dgm:prSet/>
      <dgm:spPr/>
      <dgm:t>
        <a:bodyPr/>
        <a:lstStyle/>
        <a:p>
          <a:endParaRPr lang="en-US"/>
        </a:p>
      </dgm:t>
    </dgm:pt>
    <dgm:pt modelId="{1B27EA2E-14D4-4B87-9830-E33DF085DB19}">
      <dgm:prSet phldrT="[Text]"/>
      <dgm:spPr/>
      <dgm:t>
        <a:bodyPr/>
        <a:lstStyle/>
        <a:p>
          <a:r>
            <a:rPr lang="en-US" dirty="0"/>
            <a:t>2008, SPARQL implementations existed (</a:t>
          </a:r>
          <a:r>
            <a:rPr lang="en-US" dirty="0" err="1"/>
            <a:t>Triplestores</a:t>
          </a:r>
          <a:r>
            <a:rPr lang="en-US" dirty="0"/>
            <a:t>, ARQ), SPARQL endpoints appeared</a:t>
          </a:r>
        </a:p>
      </dgm:t>
    </dgm:pt>
    <dgm:pt modelId="{6364F7DD-A88B-4893-A4D5-B473793E933D}" type="parTrans" cxnId="{55D0C151-2F58-4ACF-80CA-F85E5D6C0915}">
      <dgm:prSet/>
      <dgm:spPr/>
      <dgm:t>
        <a:bodyPr/>
        <a:lstStyle/>
        <a:p>
          <a:endParaRPr lang="en-US"/>
        </a:p>
      </dgm:t>
    </dgm:pt>
    <dgm:pt modelId="{758FAC4C-8037-4108-BFC9-74B1C189E3F3}" type="sibTrans" cxnId="{55D0C151-2F58-4ACF-80CA-F85E5D6C0915}">
      <dgm:prSet/>
      <dgm:spPr/>
      <dgm:t>
        <a:bodyPr/>
        <a:lstStyle/>
        <a:p>
          <a:endParaRPr lang="en-US"/>
        </a:p>
      </dgm:t>
    </dgm:pt>
    <dgm:pt modelId="{364F10C0-0E99-4B23-B945-CDAC2DA8AB03}">
      <dgm:prSet phldrT="[Text]"/>
      <dgm:spPr/>
      <dgm:t>
        <a:bodyPr/>
        <a:lstStyle/>
        <a:p>
          <a:r>
            <a:rPr lang="en-US" dirty="0"/>
            <a:t>2009, RDF-DAWG’s charter expired, W3C created SPARQL Working Group</a:t>
          </a:r>
        </a:p>
      </dgm:t>
    </dgm:pt>
    <dgm:pt modelId="{ECD2634C-5971-445D-B245-DAA1105F3DA3}" type="parTrans" cxnId="{B4F612E6-9CC9-49F6-9A13-0C57474E29F5}">
      <dgm:prSet/>
      <dgm:spPr/>
      <dgm:t>
        <a:bodyPr/>
        <a:lstStyle/>
        <a:p>
          <a:endParaRPr lang="en-US"/>
        </a:p>
      </dgm:t>
    </dgm:pt>
    <dgm:pt modelId="{11195E4B-D757-43F4-BA11-B5FF9CC1E9F9}" type="sibTrans" cxnId="{B4F612E6-9CC9-49F6-9A13-0C57474E29F5}">
      <dgm:prSet/>
      <dgm:spPr/>
      <dgm:t>
        <a:bodyPr/>
        <a:lstStyle/>
        <a:p>
          <a:endParaRPr lang="en-US"/>
        </a:p>
      </dgm:t>
    </dgm:pt>
    <dgm:pt modelId="{4F3394C2-2A1C-4D44-8400-85EEDFBA8BA6}">
      <dgm:prSet phldrT="[Text]"/>
      <dgm:spPr/>
      <dgm:t>
        <a:bodyPr/>
        <a:lstStyle/>
        <a:p>
          <a:r>
            <a:rPr lang="en-US" dirty="0"/>
            <a:t>Late 2009, SPARQL Working Group released 1</a:t>
          </a:r>
          <a:r>
            <a:rPr lang="en-US" baseline="30000" dirty="0"/>
            <a:t>st</a:t>
          </a:r>
          <a:r>
            <a:rPr lang="en-US" dirty="0"/>
            <a:t> Working Drafts of the SPARQL 1.1 specifications</a:t>
          </a:r>
        </a:p>
      </dgm:t>
    </dgm:pt>
    <dgm:pt modelId="{BFCFE574-E690-46B8-8CBC-4B71DBD0D473}" type="parTrans" cxnId="{8C6A8D3B-B982-4302-8E2D-644248B51319}">
      <dgm:prSet/>
      <dgm:spPr/>
      <dgm:t>
        <a:bodyPr/>
        <a:lstStyle/>
        <a:p>
          <a:endParaRPr lang="en-US"/>
        </a:p>
      </dgm:t>
    </dgm:pt>
    <dgm:pt modelId="{3C49D8DA-5EE4-4486-89F3-38EF7B1CF92B}" type="sibTrans" cxnId="{8C6A8D3B-B982-4302-8E2D-644248B51319}">
      <dgm:prSet/>
      <dgm:spPr/>
      <dgm:t>
        <a:bodyPr/>
        <a:lstStyle/>
        <a:p>
          <a:endParaRPr lang="en-US"/>
        </a:p>
      </dgm:t>
    </dgm:pt>
    <dgm:pt modelId="{B0D6A116-E0D9-4F8C-8497-76B1448CD0A2}">
      <dgm:prSet phldrT="[Text]"/>
      <dgm:spPr/>
      <dgm:t>
        <a:bodyPr/>
        <a:lstStyle/>
        <a:p>
          <a:r>
            <a:rPr lang="en-US" dirty="0"/>
            <a:t>March 2013, SPARQL 1.1 specification became W3C Recommendations</a:t>
          </a:r>
        </a:p>
      </dgm:t>
    </dgm:pt>
    <dgm:pt modelId="{0B250687-5430-4F94-8173-2E1C10E86541}" type="parTrans" cxnId="{CBF69F8E-0DC1-41F7-A85F-6A0A259326A7}">
      <dgm:prSet/>
      <dgm:spPr/>
      <dgm:t>
        <a:bodyPr/>
        <a:lstStyle/>
        <a:p>
          <a:endParaRPr lang="en-US"/>
        </a:p>
      </dgm:t>
    </dgm:pt>
    <dgm:pt modelId="{C6EC844E-9011-4FA9-8ABD-7958A4030309}" type="sibTrans" cxnId="{CBF69F8E-0DC1-41F7-A85F-6A0A259326A7}">
      <dgm:prSet/>
      <dgm:spPr/>
      <dgm:t>
        <a:bodyPr/>
        <a:lstStyle/>
        <a:p>
          <a:endParaRPr lang="en-US"/>
        </a:p>
      </dgm:t>
    </dgm:pt>
    <dgm:pt modelId="{F80D5992-6BC7-4861-A99A-776136D43DC0}">
      <dgm:prSet phldrT="[Text]"/>
      <dgm:spPr/>
      <dgm:t>
        <a:bodyPr/>
        <a:lstStyle/>
        <a:p>
          <a:r>
            <a:rPr lang="en-US" dirty="0"/>
            <a:t>End of 2012, SPARQL-WG completed work including several new specifications</a:t>
          </a:r>
        </a:p>
      </dgm:t>
    </dgm:pt>
    <dgm:pt modelId="{F41CB106-BE29-42F2-A632-5B402D104E8A}" type="parTrans" cxnId="{06F3EC2C-72B5-491D-BAEA-C9DE6A03C08D}">
      <dgm:prSet/>
      <dgm:spPr/>
      <dgm:t>
        <a:bodyPr/>
        <a:lstStyle/>
        <a:p>
          <a:endParaRPr lang="en-US"/>
        </a:p>
      </dgm:t>
    </dgm:pt>
    <dgm:pt modelId="{1CFF9772-C8D4-48D1-962F-9E03867A78D2}" type="sibTrans" cxnId="{06F3EC2C-72B5-491D-BAEA-C9DE6A03C08D}">
      <dgm:prSet/>
      <dgm:spPr/>
      <dgm:t>
        <a:bodyPr/>
        <a:lstStyle/>
        <a:p>
          <a:endParaRPr lang="en-US"/>
        </a:p>
      </dgm:t>
    </dgm:pt>
    <dgm:pt modelId="{168859E0-D4AB-4C95-91CC-CC7B4DB70BC6}">
      <dgm:prSet phldrT="[Text]"/>
      <dgm:spPr/>
      <dgm:t>
        <a:bodyPr/>
        <a:lstStyle/>
        <a:p>
          <a:r>
            <a:rPr lang="en-US" dirty="0"/>
            <a:t>Aug 2024, W3C Working Draft of SPARQL 1.2 released</a:t>
          </a:r>
        </a:p>
      </dgm:t>
    </dgm:pt>
    <dgm:pt modelId="{8B049267-489A-4119-B6FC-9FFBC900A2E9}" type="parTrans" cxnId="{49934F55-FCBF-4A10-A141-5A6EF0954FBC}">
      <dgm:prSet/>
      <dgm:spPr/>
      <dgm:t>
        <a:bodyPr/>
        <a:lstStyle/>
        <a:p>
          <a:endParaRPr lang="en-US"/>
        </a:p>
      </dgm:t>
    </dgm:pt>
    <dgm:pt modelId="{53A0893A-D27C-466D-9EBB-4DC0281B4093}" type="sibTrans" cxnId="{49934F55-FCBF-4A10-A141-5A6EF0954FBC}">
      <dgm:prSet/>
      <dgm:spPr/>
      <dgm:t>
        <a:bodyPr/>
        <a:lstStyle/>
        <a:p>
          <a:endParaRPr lang="en-US"/>
        </a:p>
      </dgm:t>
    </dgm:pt>
    <dgm:pt modelId="{22474E2C-1302-4E61-8D4A-AFF96C44384E}" type="pres">
      <dgm:prSet presAssocID="{E6B18CC6-96B1-489E-8E84-D50868A562C1}" presName="Name0" presStyleCnt="0">
        <dgm:presLayoutVars>
          <dgm:dir/>
          <dgm:resizeHandles/>
        </dgm:presLayoutVars>
      </dgm:prSet>
      <dgm:spPr/>
    </dgm:pt>
    <dgm:pt modelId="{C2156643-B5BD-4D72-ABEF-82F48CF8D3AC}" type="pres">
      <dgm:prSet presAssocID="{E8B8F763-C4B8-49C9-A901-112BFAA1E846}" presName="compNode" presStyleCnt="0"/>
      <dgm:spPr/>
    </dgm:pt>
    <dgm:pt modelId="{71124AFD-66D4-4013-9C7E-BE09E2A6BB0A}" type="pres">
      <dgm:prSet presAssocID="{E8B8F763-C4B8-49C9-A901-112BFAA1E846}" presName="dummyConnPt" presStyleCnt="0"/>
      <dgm:spPr/>
    </dgm:pt>
    <dgm:pt modelId="{627B4C21-0F23-4926-96BB-6D767767A090}" type="pres">
      <dgm:prSet presAssocID="{E8B8F763-C4B8-49C9-A901-112BFAA1E846}" presName="node" presStyleLbl="node1" presStyleIdx="0" presStyleCnt="11">
        <dgm:presLayoutVars>
          <dgm:bulletEnabled val="1"/>
        </dgm:presLayoutVars>
      </dgm:prSet>
      <dgm:spPr/>
    </dgm:pt>
    <dgm:pt modelId="{871F4F2B-5737-495D-A0AA-F8B04C0290F7}" type="pres">
      <dgm:prSet presAssocID="{C2A524A7-982F-4299-BADA-618541978098}" presName="sibTrans" presStyleLbl="bgSibTrans2D1" presStyleIdx="0" presStyleCnt="10"/>
      <dgm:spPr/>
    </dgm:pt>
    <dgm:pt modelId="{09E7B090-A4C9-4195-85E2-2E2D8CC93D3E}" type="pres">
      <dgm:prSet presAssocID="{4B0D16BF-1130-4664-93A8-D9F0FE3273FB}" presName="compNode" presStyleCnt="0"/>
      <dgm:spPr/>
    </dgm:pt>
    <dgm:pt modelId="{13EB3A03-4E02-4269-9F8B-60F56554C0DB}" type="pres">
      <dgm:prSet presAssocID="{4B0D16BF-1130-4664-93A8-D9F0FE3273FB}" presName="dummyConnPt" presStyleCnt="0"/>
      <dgm:spPr/>
    </dgm:pt>
    <dgm:pt modelId="{C65257F2-2A4D-44AA-BB59-CFDF82862817}" type="pres">
      <dgm:prSet presAssocID="{4B0D16BF-1130-4664-93A8-D9F0FE3273FB}" presName="node" presStyleLbl="node1" presStyleIdx="1" presStyleCnt="11">
        <dgm:presLayoutVars>
          <dgm:bulletEnabled val="1"/>
        </dgm:presLayoutVars>
      </dgm:prSet>
      <dgm:spPr/>
    </dgm:pt>
    <dgm:pt modelId="{3C61A54E-407E-49C5-9DDD-AD9A81581A9E}" type="pres">
      <dgm:prSet presAssocID="{50D59771-0E2E-4C2B-8328-1DC5940C349E}" presName="sibTrans" presStyleLbl="bgSibTrans2D1" presStyleIdx="1" presStyleCnt="10"/>
      <dgm:spPr/>
    </dgm:pt>
    <dgm:pt modelId="{E75BD774-DDF6-41DF-BC1A-4907192EB2BB}" type="pres">
      <dgm:prSet presAssocID="{6038332A-7D6C-43F1-ABC1-5A58905A07C2}" presName="compNode" presStyleCnt="0"/>
      <dgm:spPr/>
    </dgm:pt>
    <dgm:pt modelId="{F1E12E9E-E316-4512-AC04-74C156272724}" type="pres">
      <dgm:prSet presAssocID="{6038332A-7D6C-43F1-ABC1-5A58905A07C2}" presName="dummyConnPt" presStyleCnt="0"/>
      <dgm:spPr/>
    </dgm:pt>
    <dgm:pt modelId="{6C6AC125-2CD0-40AE-9AE3-43CB68C5BDC2}" type="pres">
      <dgm:prSet presAssocID="{6038332A-7D6C-43F1-ABC1-5A58905A07C2}" presName="node" presStyleLbl="node1" presStyleIdx="2" presStyleCnt="11">
        <dgm:presLayoutVars>
          <dgm:bulletEnabled val="1"/>
        </dgm:presLayoutVars>
      </dgm:prSet>
      <dgm:spPr/>
    </dgm:pt>
    <dgm:pt modelId="{3E6B1D55-FF00-4AD6-A26F-280FC47D0C6A}" type="pres">
      <dgm:prSet presAssocID="{BCCBD5AC-F8B9-4B22-B806-807D23E2ACF1}" presName="sibTrans" presStyleLbl="bgSibTrans2D1" presStyleIdx="2" presStyleCnt="10"/>
      <dgm:spPr/>
    </dgm:pt>
    <dgm:pt modelId="{5F0897C5-5914-4E6E-91CC-46C8B4E4D8DE}" type="pres">
      <dgm:prSet presAssocID="{ACBC62CF-38DA-48AF-8C86-2CE96F064AEE}" presName="compNode" presStyleCnt="0"/>
      <dgm:spPr/>
    </dgm:pt>
    <dgm:pt modelId="{4614BB3C-DAD7-42AA-9559-8BB5F8645480}" type="pres">
      <dgm:prSet presAssocID="{ACBC62CF-38DA-48AF-8C86-2CE96F064AEE}" presName="dummyConnPt" presStyleCnt="0"/>
      <dgm:spPr/>
    </dgm:pt>
    <dgm:pt modelId="{CE5282BB-199E-441C-AD1D-F20D6C9A01C6}" type="pres">
      <dgm:prSet presAssocID="{ACBC62CF-38DA-48AF-8C86-2CE96F064AEE}" presName="node" presStyleLbl="node1" presStyleIdx="3" presStyleCnt="11">
        <dgm:presLayoutVars>
          <dgm:bulletEnabled val="1"/>
        </dgm:presLayoutVars>
      </dgm:prSet>
      <dgm:spPr/>
    </dgm:pt>
    <dgm:pt modelId="{630E5327-20FE-43D1-A3BA-72851ED88822}" type="pres">
      <dgm:prSet presAssocID="{5DA1C6B3-9EAB-4781-8141-03649F9FA435}" presName="sibTrans" presStyleLbl="bgSibTrans2D1" presStyleIdx="3" presStyleCnt="10"/>
      <dgm:spPr/>
    </dgm:pt>
    <dgm:pt modelId="{C401D24B-871D-4FFD-88A2-188AAE4414BE}" type="pres">
      <dgm:prSet presAssocID="{B7B2B014-68F3-46E6-840F-5366F54CF7E0}" presName="compNode" presStyleCnt="0"/>
      <dgm:spPr/>
    </dgm:pt>
    <dgm:pt modelId="{BE922E2F-5FDE-49B3-A7D3-F106D1751C0B}" type="pres">
      <dgm:prSet presAssocID="{B7B2B014-68F3-46E6-840F-5366F54CF7E0}" presName="dummyConnPt" presStyleCnt="0"/>
      <dgm:spPr/>
    </dgm:pt>
    <dgm:pt modelId="{9B4B3805-AC82-4DD6-B8D7-46345F344CAB}" type="pres">
      <dgm:prSet presAssocID="{B7B2B014-68F3-46E6-840F-5366F54CF7E0}" presName="node" presStyleLbl="node1" presStyleIdx="4" presStyleCnt="11">
        <dgm:presLayoutVars>
          <dgm:bulletEnabled val="1"/>
        </dgm:presLayoutVars>
      </dgm:prSet>
      <dgm:spPr/>
    </dgm:pt>
    <dgm:pt modelId="{FB80C61B-5DC6-4212-9321-836593400744}" type="pres">
      <dgm:prSet presAssocID="{F307B996-3253-44D2-B194-69DA888E8CBA}" presName="sibTrans" presStyleLbl="bgSibTrans2D1" presStyleIdx="4" presStyleCnt="10"/>
      <dgm:spPr/>
    </dgm:pt>
    <dgm:pt modelId="{F73361A9-4E34-48DC-BCC2-92F376528B30}" type="pres">
      <dgm:prSet presAssocID="{1B27EA2E-14D4-4B87-9830-E33DF085DB19}" presName="compNode" presStyleCnt="0"/>
      <dgm:spPr/>
    </dgm:pt>
    <dgm:pt modelId="{34295F0B-F333-4543-9A26-85DFE67331C1}" type="pres">
      <dgm:prSet presAssocID="{1B27EA2E-14D4-4B87-9830-E33DF085DB19}" presName="dummyConnPt" presStyleCnt="0"/>
      <dgm:spPr/>
    </dgm:pt>
    <dgm:pt modelId="{64B49073-1FD5-4363-BDEB-9AD2CFCD52A3}" type="pres">
      <dgm:prSet presAssocID="{1B27EA2E-14D4-4B87-9830-E33DF085DB19}" presName="node" presStyleLbl="node1" presStyleIdx="5" presStyleCnt="11">
        <dgm:presLayoutVars>
          <dgm:bulletEnabled val="1"/>
        </dgm:presLayoutVars>
      </dgm:prSet>
      <dgm:spPr/>
    </dgm:pt>
    <dgm:pt modelId="{D8F55591-C33D-4224-AF39-F6509C3CF839}" type="pres">
      <dgm:prSet presAssocID="{758FAC4C-8037-4108-BFC9-74B1C189E3F3}" presName="sibTrans" presStyleLbl="bgSibTrans2D1" presStyleIdx="5" presStyleCnt="10"/>
      <dgm:spPr/>
    </dgm:pt>
    <dgm:pt modelId="{5FF4D910-C436-41AD-9F53-A970B446D50A}" type="pres">
      <dgm:prSet presAssocID="{364F10C0-0E99-4B23-B945-CDAC2DA8AB03}" presName="compNode" presStyleCnt="0"/>
      <dgm:spPr/>
    </dgm:pt>
    <dgm:pt modelId="{42F6015B-9F6D-40DB-BAC9-A42A98CFE205}" type="pres">
      <dgm:prSet presAssocID="{364F10C0-0E99-4B23-B945-CDAC2DA8AB03}" presName="dummyConnPt" presStyleCnt="0"/>
      <dgm:spPr/>
    </dgm:pt>
    <dgm:pt modelId="{074FC013-7B09-4FCB-9243-1A10C8F3B8BA}" type="pres">
      <dgm:prSet presAssocID="{364F10C0-0E99-4B23-B945-CDAC2DA8AB03}" presName="node" presStyleLbl="node1" presStyleIdx="6" presStyleCnt="11">
        <dgm:presLayoutVars>
          <dgm:bulletEnabled val="1"/>
        </dgm:presLayoutVars>
      </dgm:prSet>
      <dgm:spPr/>
    </dgm:pt>
    <dgm:pt modelId="{20CAC519-1729-49D6-9BE1-7F1EF7F2BF35}" type="pres">
      <dgm:prSet presAssocID="{11195E4B-D757-43F4-BA11-B5FF9CC1E9F9}" presName="sibTrans" presStyleLbl="bgSibTrans2D1" presStyleIdx="6" presStyleCnt="10"/>
      <dgm:spPr/>
    </dgm:pt>
    <dgm:pt modelId="{0015374C-3592-4963-BE73-0047B64964BD}" type="pres">
      <dgm:prSet presAssocID="{4F3394C2-2A1C-4D44-8400-85EEDFBA8BA6}" presName="compNode" presStyleCnt="0"/>
      <dgm:spPr/>
    </dgm:pt>
    <dgm:pt modelId="{7A6E9573-9F01-4B84-8E0C-66FF2E1503DC}" type="pres">
      <dgm:prSet presAssocID="{4F3394C2-2A1C-4D44-8400-85EEDFBA8BA6}" presName="dummyConnPt" presStyleCnt="0"/>
      <dgm:spPr/>
    </dgm:pt>
    <dgm:pt modelId="{61B6EE8B-C86C-4605-B259-62EF8AB2C814}" type="pres">
      <dgm:prSet presAssocID="{4F3394C2-2A1C-4D44-8400-85EEDFBA8BA6}" presName="node" presStyleLbl="node1" presStyleIdx="7" presStyleCnt="11">
        <dgm:presLayoutVars>
          <dgm:bulletEnabled val="1"/>
        </dgm:presLayoutVars>
      </dgm:prSet>
      <dgm:spPr/>
    </dgm:pt>
    <dgm:pt modelId="{404849B9-632E-46B4-AF7E-FC60E2AE27A8}" type="pres">
      <dgm:prSet presAssocID="{3C49D8DA-5EE4-4486-89F3-38EF7B1CF92B}" presName="sibTrans" presStyleLbl="bgSibTrans2D1" presStyleIdx="7" presStyleCnt="10"/>
      <dgm:spPr/>
    </dgm:pt>
    <dgm:pt modelId="{0A14429E-D4D9-4404-ABED-4F252A131163}" type="pres">
      <dgm:prSet presAssocID="{F80D5992-6BC7-4861-A99A-776136D43DC0}" presName="compNode" presStyleCnt="0"/>
      <dgm:spPr/>
    </dgm:pt>
    <dgm:pt modelId="{93F8CB31-3978-4460-893F-5D349E85E188}" type="pres">
      <dgm:prSet presAssocID="{F80D5992-6BC7-4861-A99A-776136D43DC0}" presName="dummyConnPt" presStyleCnt="0"/>
      <dgm:spPr/>
    </dgm:pt>
    <dgm:pt modelId="{7CB5A5EE-8CE8-44FB-8BCB-AD1F112AC6A1}" type="pres">
      <dgm:prSet presAssocID="{F80D5992-6BC7-4861-A99A-776136D43DC0}" presName="node" presStyleLbl="node1" presStyleIdx="8" presStyleCnt="11">
        <dgm:presLayoutVars>
          <dgm:bulletEnabled val="1"/>
        </dgm:presLayoutVars>
      </dgm:prSet>
      <dgm:spPr/>
    </dgm:pt>
    <dgm:pt modelId="{90D93BB4-2576-4AC0-8654-31C248BFE49B}" type="pres">
      <dgm:prSet presAssocID="{1CFF9772-C8D4-48D1-962F-9E03867A78D2}" presName="sibTrans" presStyleLbl="bgSibTrans2D1" presStyleIdx="8" presStyleCnt="10"/>
      <dgm:spPr/>
    </dgm:pt>
    <dgm:pt modelId="{0CE46336-5271-42E2-B34A-AAADD65DC5FF}" type="pres">
      <dgm:prSet presAssocID="{B0D6A116-E0D9-4F8C-8497-76B1448CD0A2}" presName="compNode" presStyleCnt="0"/>
      <dgm:spPr/>
    </dgm:pt>
    <dgm:pt modelId="{61704EA8-0019-4DEA-9BAC-451CC9838305}" type="pres">
      <dgm:prSet presAssocID="{B0D6A116-E0D9-4F8C-8497-76B1448CD0A2}" presName="dummyConnPt" presStyleCnt="0"/>
      <dgm:spPr/>
    </dgm:pt>
    <dgm:pt modelId="{4F4985FA-F3E2-4B43-BD05-B1E3CD246AC2}" type="pres">
      <dgm:prSet presAssocID="{B0D6A116-E0D9-4F8C-8497-76B1448CD0A2}" presName="node" presStyleLbl="node1" presStyleIdx="9" presStyleCnt="11">
        <dgm:presLayoutVars>
          <dgm:bulletEnabled val="1"/>
        </dgm:presLayoutVars>
      </dgm:prSet>
      <dgm:spPr/>
    </dgm:pt>
    <dgm:pt modelId="{BE8ECEF2-9083-4230-A0FE-DBBBEF0562FF}" type="pres">
      <dgm:prSet presAssocID="{C6EC844E-9011-4FA9-8ABD-7958A4030309}" presName="sibTrans" presStyleLbl="bgSibTrans2D1" presStyleIdx="9" presStyleCnt="10"/>
      <dgm:spPr/>
    </dgm:pt>
    <dgm:pt modelId="{991BD850-74A7-428A-8C78-5F64454FC400}" type="pres">
      <dgm:prSet presAssocID="{168859E0-D4AB-4C95-91CC-CC7B4DB70BC6}" presName="compNode" presStyleCnt="0"/>
      <dgm:spPr/>
    </dgm:pt>
    <dgm:pt modelId="{1B440D47-6E9E-4DDC-BEED-827090E0EC6F}" type="pres">
      <dgm:prSet presAssocID="{168859E0-D4AB-4C95-91CC-CC7B4DB70BC6}" presName="dummyConnPt" presStyleCnt="0"/>
      <dgm:spPr/>
    </dgm:pt>
    <dgm:pt modelId="{DED7B5D0-1577-4FBD-865F-41244904BF22}" type="pres">
      <dgm:prSet presAssocID="{168859E0-D4AB-4C95-91CC-CC7B4DB70BC6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2D36A07-AFA2-4F7E-B099-843E5B026807}" type="presOf" srcId="{F80D5992-6BC7-4861-A99A-776136D43DC0}" destId="{7CB5A5EE-8CE8-44FB-8BCB-AD1F112AC6A1}" srcOrd="0" destOrd="0" presId="urn:microsoft.com/office/officeart/2005/8/layout/bProcess4"/>
    <dgm:cxn modelId="{7B4D090A-60C4-4C5A-8C66-C924051FBF7B}" type="presOf" srcId="{3C49D8DA-5EE4-4486-89F3-38EF7B1CF92B}" destId="{404849B9-632E-46B4-AF7E-FC60E2AE27A8}" srcOrd="0" destOrd="0" presId="urn:microsoft.com/office/officeart/2005/8/layout/bProcess4"/>
    <dgm:cxn modelId="{84E6200E-28ED-407F-B5A1-DB496FEABB21}" type="presOf" srcId="{5DA1C6B3-9EAB-4781-8141-03649F9FA435}" destId="{630E5327-20FE-43D1-A3BA-72851ED88822}" srcOrd="0" destOrd="0" presId="urn:microsoft.com/office/officeart/2005/8/layout/bProcess4"/>
    <dgm:cxn modelId="{AC42A914-0D10-424C-9C0A-F36F33DA0676}" type="presOf" srcId="{168859E0-D4AB-4C95-91CC-CC7B4DB70BC6}" destId="{DED7B5D0-1577-4FBD-865F-41244904BF22}" srcOrd="0" destOrd="0" presId="urn:microsoft.com/office/officeart/2005/8/layout/bProcess4"/>
    <dgm:cxn modelId="{84514B1B-254D-4D34-8FC6-579CACA264F3}" type="presOf" srcId="{B0D6A116-E0D9-4F8C-8497-76B1448CD0A2}" destId="{4F4985FA-F3E2-4B43-BD05-B1E3CD246AC2}" srcOrd="0" destOrd="0" presId="urn:microsoft.com/office/officeart/2005/8/layout/bProcess4"/>
    <dgm:cxn modelId="{EEC4061E-4E93-4AD5-86E9-0E671755E262}" type="presOf" srcId="{BCCBD5AC-F8B9-4B22-B806-807D23E2ACF1}" destId="{3E6B1D55-FF00-4AD6-A26F-280FC47D0C6A}" srcOrd="0" destOrd="0" presId="urn:microsoft.com/office/officeart/2005/8/layout/bProcess4"/>
    <dgm:cxn modelId="{9EA8311F-3C93-47F9-95CF-DEEA75F5F59E}" type="presOf" srcId="{ACBC62CF-38DA-48AF-8C86-2CE96F064AEE}" destId="{CE5282BB-199E-441C-AD1D-F20D6C9A01C6}" srcOrd="0" destOrd="0" presId="urn:microsoft.com/office/officeart/2005/8/layout/bProcess4"/>
    <dgm:cxn modelId="{A5930923-F93A-4A59-8B43-AE1BC4C927DC}" type="presOf" srcId="{C2A524A7-982F-4299-BADA-618541978098}" destId="{871F4F2B-5737-495D-A0AA-F8B04C0290F7}" srcOrd="0" destOrd="0" presId="urn:microsoft.com/office/officeart/2005/8/layout/bProcess4"/>
    <dgm:cxn modelId="{06F3EC2C-72B5-491D-BAEA-C9DE6A03C08D}" srcId="{E6B18CC6-96B1-489E-8E84-D50868A562C1}" destId="{F80D5992-6BC7-4861-A99A-776136D43DC0}" srcOrd="8" destOrd="0" parTransId="{F41CB106-BE29-42F2-A632-5B402D104E8A}" sibTransId="{1CFF9772-C8D4-48D1-962F-9E03867A78D2}"/>
    <dgm:cxn modelId="{08A9272F-1654-461B-9888-5889D789585C}" srcId="{E6B18CC6-96B1-489E-8E84-D50868A562C1}" destId="{E8B8F763-C4B8-49C9-A901-112BFAA1E846}" srcOrd="0" destOrd="0" parTransId="{094D8FAD-4912-43AF-B104-E5639D758388}" sibTransId="{C2A524A7-982F-4299-BADA-618541978098}"/>
    <dgm:cxn modelId="{6295E82F-DC2A-4DCB-B238-DCDB0D952C18}" type="presOf" srcId="{B7B2B014-68F3-46E6-840F-5366F54CF7E0}" destId="{9B4B3805-AC82-4DD6-B8D7-46345F344CAB}" srcOrd="0" destOrd="0" presId="urn:microsoft.com/office/officeart/2005/8/layout/bProcess4"/>
    <dgm:cxn modelId="{8C6A8D3B-B982-4302-8E2D-644248B51319}" srcId="{E6B18CC6-96B1-489E-8E84-D50868A562C1}" destId="{4F3394C2-2A1C-4D44-8400-85EEDFBA8BA6}" srcOrd="7" destOrd="0" parTransId="{BFCFE574-E690-46B8-8CBC-4B71DBD0D473}" sibTransId="{3C49D8DA-5EE4-4486-89F3-38EF7B1CF92B}"/>
    <dgm:cxn modelId="{B52F3D3D-6AC1-49B0-9637-5513AF26FA33}" srcId="{E6B18CC6-96B1-489E-8E84-D50868A562C1}" destId="{ACBC62CF-38DA-48AF-8C86-2CE96F064AEE}" srcOrd="3" destOrd="0" parTransId="{7B082727-64ED-4740-A87F-803297825B05}" sibTransId="{5DA1C6B3-9EAB-4781-8141-03649F9FA435}"/>
    <dgm:cxn modelId="{881A3B5E-CC3C-469D-9A95-0E015F9A74B7}" type="presOf" srcId="{4F3394C2-2A1C-4D44-8400-85EEDFBA8BA6}" destId="{61B6EE8B-C86C-4605-B259-62EF8AB2C814}" srcOrd="0" destOrd="0" presId="urn:microsoft.com/office/officeart/2005/8/layout/bProcess4"/>
    <dgm:cxn modelId="{63551D43-CEE9-42E3-9AC1-7285C28B032E}" type="presOf" srcId="{E8B8F763-C4B8-49C9-A901-112BFAA1E846}" destId="{627B4C21-0F23-4926-96BB-6D767767A090}" srcOrd="0" destOrd="0" presId="urn:microsoft.com/office/officeart/2005/8/layout/bProcess4"/>
    <dgm:cxn modelId="{74A1E246-1645-46B6-B144-7C176877B84A}" type="presOf" srcId="{364F10C0-0E99-4B23-B945-CDAC2DA8AB03}" destId="{074FC013-7B09-4FCB-9243-1A10C8F3B8BA}" srcOrd="0" destOrd="0" presId="urn:microsoft.com/office/officeart/2005/8/layout/bProcess4"/>
    <dgm:cxn modelId="{DCDFCA47-0874-4CF1-9B02-8D87A0A77A5F}" type="presOf" srcId="{1CFF9772-C8D4-48D1-962F-9E03867A78D2}" destId="{90D93BB4-2576-4AC0-8654-31C248BFE49B}" srcOrd="0" destOrd="0" presId="urn:microsoft.com/office/officeart/2005/8/layout/bProcess4"/>
    <dgm:cxn modelId="{55D0C151-2F58-4ACF-80CA-F85E5D6C0915}" srcId="{E6B18CC6-96B1-489E-8E84-D50868A562C1}" destId="{1B27EA2E-14D4-4B87-9830-E33DF085DB19}" srcOrd="5" destOrd="0" parTransId="{6364F7DD-A88B-4893-A4D5-B473793E933D}" sibTransId="{758FAC4C-8037-4108-BFC9-74B1C189E3F3}"/>
    <dgm:cxn modelId="{49934F55-FCBF-4A10-A141-5A6EF0954FBC}" srcId="{E6B18CC6-96B1-489E-8E84-D50868A562C1}" destId="{168859E0-D4AB-4C95-91CC-CC7B4DB70BC6}" srcOrd="10" destOrd="0" parTransId="{8B049267-489A-4119-B6FC-9FFBC900A2E9}" sibTransId="{53A0893A-D27C-466D-9EBB-4DC0281B4093}"/>
    <dgm:cxn modelId="{62C5E85A-C0F4-4B85-9644-775AC81A38A7}" type="presOf" srcId="{6038332A-7D6C-43F1-ABC1-5A58905A07C2}" destId="{6C6AC125-2CD0-40AE-9AE3-43CB68C5BDC2}" srcOrd="0" destOrd="0" presId="urn:microsoft.com/office/officeart/2005/8/layout/bProcess4"/>
    <dgm:cxn modelId="{6B59307E-87CD-40A5-B52A-7F6FE8819A56}" srcId="{E6B18CC6-96B1-489E-8E84-D50868A562C1}" destId="{4B0D16BF-1130-4664-93A8-D9F0FE3273FB}" srcOrd="1" destOrd="0" parTransId="{1D33FF3B-2E72-4D3B-9B56-03FCCB00704F}" sibTransId="{50D59771-0E2E-4C2B-8328-1DC5940C349E}"/>
    <dgm:cxn modelId="{AB59D17F-C58F-4CB3-9E18-BC8CB7C60AFB}" type="presOf" srcId="{1B27EA2E-14D4-4B87-9830-E33DF085DB19}" destId="{64B49073-1FD5-4363-BDEB-9AD2CFCD52A3}" srcOrd="0" destOrd="0" presId="urn:microsoft.com/office/officeart/2005/8/layout/bProcess4"/>
    <dgm:cxn modelId="{4A9B408E-9C04-4D3D-AED4-2C1DB067ABE7}" type="presOf" srcId="{11195E4B-D757-43F4-BA11-B5FF9CC1E9F9}" destId="{20CAC519-1729-49D6-9BE1-7F1EF7F2BF35}" srcOrd="0" destOrd="0" presId="urn:microsoft.com/office/officeart/2005/8/layout/bProcess4"/>
    <dgm:cxn modelId="{CBF69F8E-0DC1-41F7-A85F-6A0A259326A7}" srcId="{E6B18CC6-96B1-489E-8E84-D50868A562C1}" destId="{B0D6A116-E0D9-4F8C-8497-76B1448CD0A2}" srcOrd="9" destOrd="0" parTransId="{0B250687-5430-4F94-8173-2E1C10E86541}" sibTransId="{C6EC844E-9011-4FA9-8ABD-7958A4030309}"/>
    <dgm:cxn modelId="{676EB592-D5D0-45B1-9945-A8F99E6E51D2}" type="presOf" srcId="{758FAC4C-8037-4108-BFC9-74B1C189E3F3}" destId="{D8F55591-C33D-4224-AF39-F6509C3CF839}" srcOrd="0" destOrd="0" presId="urn:microsoft.com/office/officeart/2005/8/layout/bProcess4"/>
    <dgm:cxn modelId="{D43C0A95-367C-4986-83EA-5C4220BA5C8C}" srcId="{E6B18CC6-96B1-489E-8E84-D50868A562C1}" destId="{6038332A-7D6C-43F1-ABC1-5A58905A07C2}" srcOrd="2" destOrd="0" parTransId="{77C738B3-35DF-446A-AE11-19FD46D8C56B}" sibTransId="{BCCBD5AC-F8B9-4B22-B806-807D23E2ACF1}"/>
    <dgm:cxn modelId="{2972F2A2-174C-410C-91A6-E9156A4F0B5D}" type="presOf" srcId="{F307B996-3253-44D2-B194-69DA888E8CBA}" destId="{FB80C61B-5DC6-4212-9321-836593400744}" srcOrd="0" destOrd="0" presId="urn:microsoft.com/office/officeart/2005/8/layout/bProcess4"/>
    <dgm:cxn modelId="{D6C64EC0-6271-4AD8-89C7-11D6EEB03EBB}" type="presOf" srcId="{50D59771-0E2E-4C2B-8328-1DC5940C349E}" destId="{3C61A54E-407E-49C5-9DDD-AD9A81581A9E}" srcOrd="0" destOrd="0" presId="urn:microsoft.com/office/officeart/2005/8/layout/bProcess4"/>
    <dgm:cxn modelId="{EE665ECE-C354-4AD3-A121-0F9C1EDF7BB5}" type="presOf" srcId="{C6EC844E-9011-4FA9-8ABD-7958A4030309}" destId="{BE8ECEF2-9083-4230-A0FE-DBBBEF0562FF}" srcOrd="0" destOrd="0" presId="urn:microsoft.com/office/officeart/2005/8/layout/bProcess4"/>
    <dgm:cxn modelId="{8F365AD5-F5B6-4930-ABD8-AC506FBD636C}" type="presOf" srcId="{E6B18CC6-96B1-489E-8E84-D50868A562C1}" destId="{22474E2C-1302-4E61-8D4A-AFF96C44384E}" srcOrd="0" destOrd="0" presId="urn:microsoft.com/office/officeart/2005/8/layout/bProcess4"/>
    <dgm:cxn modelId="{76EA14D7-8764-4FAC-9FD5-BCB0A323FA31}" srcId="{E6B18CC6-96B1-489E-8E84-D50868A562C1}" destId="{B7B2B014-68F3-46E6-840F-5366F54CF7E0}" srcOrd="4" destOrd="0" parTransId="{72EC48D4-B572-4793-ABF0-5771D7520F77}" sibTransId="{F307B996-3253-44D2-B194-69DA888E8CBA}"/>
    <dgm:cxn modelId="{B4F612E6-9CC9-49F6-9A13-0C57474E29F5}" srcId="{E6B18CC6-96B1-489E-8E84-D50868A562C1}" destId="{364F10C0-0E99-4B23-B945-CDAC2DA8AB03}" srcOrd="6" destOrd="0" parTransId="{ECD2634C-5971-445D-B245-DAA1105F3DA3}" sibTransId="{11195E4B-D757-43F4-BA11-B5FF9CC1E9F9}"/>
    <dgm:cxn modelId="{31E26EED-84DF-4A94-80A3-4F15F0C4D01E}" type="presOf" srcId="{4B0D16BF-1130-4664-93A8-D9F0FE3273FB}" destId="{C65257F2-2A4D-44AA-BB59-CFDF82862817}" srcOrd="0" destOrd="0" presId="urn:microsoft.com/office/officeart/2005/8/layout/bProcess4"/>
    <dgm:cxn modelId="{B5D8BEE5-48B7-4BA8-8C87-C73EDC07132F}" type="presParOf" srcId="{22474E2C-1302-4E61-8D4A-AFF96C44384E}" destId="{C2156643-B5BD-4D72-ABEF-82F48CF8D3AC}" srcOrd="0" destOrd="0" presId="urn:microsoft.com/office/officeart/2005/8/layout/bProcess4"/>
    <dgm:cxn modelId="{94277042-D3A2-48DC-8763-C99713A94D82}" type="presParOf" srcId="{C2156643-B5BD-4D72-ABEF-82F48CF8D3AC}" destId="{71124AFD-66D4-4013-9C7E-BE09E2A6BB0A}" srcOrd="0" destOrd="0" presId="urn:microsoft.com/office/officeart/2005/8/layout/bProcess4"/>
    <dgm:cxn modelId="{BC5A3AB7-8646-47C8-8DA8-3216715EE4E6}" type="presParOf" srcId="{C2156643-B5BD-4D72-ABEF-82F48CF8D3AC}" destId="{627B4C21-0F23-4926-96BB-6D767767A090}" srcOrd="1" destOrd="0" presId="urn:microsoft.com/office/officeart/2005/8/layout/bProcess4"/>
    <dgm:cxn modelId="{9F5AFA44-37B8-493C-9673-8C661D8C05BA}" type="presParOf" srcId="{22474E2C-1302-4E61-8D4A-AFF96C44384E}" destId="{871F4F2B-5737-495D-A0AA-F8B04C0290F7}" srcOrd="1" destOrd="0" presId="urn:microsoft.com/office/officeart/2005/8/layout/bProcess4"/>
    <dgm:cxn modelId="{EEEFDA46-0928-4689-BBAE-ABA640506B82}" type="presParOf" srcId="{22474E2C-1302-4E61-8D4A-AFF96C44384E}" destId="{09E7B090-A4C9-4195-85E2-2E2D8CC93D3E}" srcOrd="2" destOrd="0" presId="urn:microsoft.com/office/officeart/2005/8/layout/bProcess4"/>
    <dgm:cxn modelId="{9A2D72DF-BC48-4560-98AA-183F603D9AAF}" type="presParOf" srcId="{09E7B090-A4C9-4195-85E2-2E2D8CC93D3E}" destId="{13EB3A03-4E02-4269-9F8B-60F56554C0DB}" srcOrd="0" destOrd="0" presId="urn:microsoft.com/office/officeart/2005/8/layout/bProcess4"/>
    <dgm:cxn modelId="{3A7FB1DA-4B57-44F1-BF6F-B2780B8F493A}" type="presParOf" srcId="{09E7B090-A4C9-4195-85E2-2E2D8CC93D3E}" destId="{C65257F2-2A4D-44AA-BB59-CFDF82862817}" srcOrd="1" destOrd="0" presId="urn:microsoft.com/office/officeart/2005/8/layout/bProcess4"/>
    <dgm:cxn modelId="{BA9509F5-9773-4591-9FC0-485566BC63DE}" type="presParOf" srcId="{22474E2C-1302-4E61-8D4A-AFF96C44384E}" destId="{3C61A54E-407E-49C5-9DDD-AD9A81581A9E}" srcOrd="3" destOrd="0" presId="urn:microsoft.com/office/officeart/2005/8/layout/bProcess4"/>
    <dgm:cxn modelId="{9D5964C7-1A81-452C-910F-C0118F3DA150}" type="presParOf" srcId="{22474E2C-1302-4E61-8D4A-AFF96C44384E}" destId="{E75BD774-DDF6-41DF-BC1A-4907192EB2BB}" srcOrd="4" destOrd="0" presId="urn:microsoft.com/office/officeart/2005/8/layout/bProcess4"/>
    <dgm:cxn modelId="{C8C67A23-F8E0-4DF6-94B0-2CD769881840}" type="presParOf" srcId="{E75BD774-DDF6-41DF-BC1A-4907192EB2BB}" destId="{F1E12E9E-E316-4512-AC04-74C156272724}" srcOrd="0" destOrd="0" presId="urn:microsoft.com/office/officeart/2005/8/layout/bProcess4"/>
    <dgm:cxn modelId="{C694FA72-E019-428B-9C96-3F6C8D2173BA}" type="presParOf" srcId="{E75BD774-DDF6-41DF-BC1A-4907192EB2BB}" destId="{6C6AC125-2CD0-40AE-9AE3-43CB68C5BDC2}" srcOrd="1" destOrd="0" presId="urn:microsoft.com/office/officeart/2005/8/layout/bProcess4"/>
    <dgm:cxn modelId="{790DCDBF-CA4C-4BAB-8F76-2966B3E39B9F}" type="presParOf" srcId="{22474E2C-1302-4E61-8D4A-AFF96C44384E}" destId="{3E6B1D55-FF00-4AD6-A26F-280FC47D0C6A}" srcOrd="5" destOrd="0" presId="urn:microsoft.com/office/officeart/2005/8/layout/bProcess4"/>
    <dgm:cxn modelId="{84103F4C-0421-4CAB-8D8E-DB91B1EA34A9}" type="presParOf" srcId="{22474E2C-1302-4E61-8D4A-AFF96C44384E}" destId="{5F0897C5-5914-4E6E-91CC-46C8B4E4D8DE}" srcOrd="6" destOrd="0" presId="urn:microsoft.com/office/officeart/2005/8/layout/bProcess4"/>
    <dgm:cxn modelId="{DFAE73CF-993F-46F5-97EA-22F09C9ADE0C}" type="presParOf" srcId="{5F0897C5-5914-4E6E-91CC-46C8B4E4D8DE}" destId="{4614BB3C-DAD7-42AA-9559-8BB5F8645480}" srcOrd="0" destOrd="0" presId="urn:microsoft.com/office/officeart/2005/8/layout/bProcess4"/>
    <dgm:cxn modelId="{CFD0B8C6-9050-41D0-8679-25F6BFB88BD3}" type="presParOf" srcId="{5F0897C5-5914-4E6E-91CC-46C8B4E4D8DE}" destId="{CE5282BB-199E-441C-AD1D-F20D6C9A01C6}" srcOrd="1" destOrd="0" presId="urn:microsoft.com/office/officeart/2005/8/layout/bProcess4"/>
    <dgm:cxn modelId="{A21C28E8-594D-48A0-882C-B2FE7F919012}" type="presParOf" srcId="{22474E2C-1302-4E61-8D4A-AFF96C44384E}" destId="{630E5327-20FE-43D1-A3BA-72851ED88822}" srcOrd="7" destOrd="0" presId="urn:microsoft.com/office/officeart/2005/8/layout/bProcess4"/>
    <dgm:cxn modelId="{1E06D212-F1F3-4297-B7CE-6659C8975DB9}" type="presParOf" srcId="{22474E2C-1302-4E61-8D4A-AFF96C44384E}" destId="{C401D24B-871D-4FFD-88A2-188AAE4414BE}" srcOrd="8" destOrd="0" presId="urn:microsoft.com/office/officeart/2005/8/layout/bProcess4"/>
    <dgm:cxn modelId="{D99BFABB-E54E-44F5-9529-490A0246A56C}" type="presParOf" srcId="{C401D24B-871D-4FFD-88A2-188AAE4414BE}" destId="{BE922E2F-5FDE-49B3-A7D3-F106D1751C0B}" srcOrd="0" destOrd="0" presId="urn:microsoft.com/office/officeart/2005/8/layout/bProcess4"/>
    <dgm:cxn modelId="{3F12FDD8-AE3C-473E-8E19-D6D534248709}" type="presParOf" srcId="{C401D24B-871D-4FFD-88A2-188AAE4414BE}" destId="{9B4B3805-AC82-4DD6-B8D7-46345F344CAB}" srcOrd="1" destOrd="0" presId="urn:microsoft.com/office/officeart/2005/8/layout/bProcess4"/>
    <dgm:cxn modelId="{C5E13D06-5BA7-4F45-8E17-384469F7C540}" type="presParOf" srcId="{22474E2C-1302-4E61-8D4A-AFF96C44384E}" destId="{FB80C61B-5DC6-4212-9321-836593400744}" srcOrd="9" destOrd="0" presId="urn:microsoft.com/office/officeart/2005/8/layout/bProcess4"/>
    <dgm:cxn modelId="{F1CE0D39-4032-4CAC-BB44-7963361E2AF2}" type="presParOf" srcId="{22474E2C-1302-4E61-8D4A-AFF96C44384E}" destId="{F73361A9-4E34-48DC-BCC2-92F376528B30}" srcOrd="10" destOrd="0" presId="urn:microsoft.com/office/officeart/2005/8/layout/bProcess4"/>
    <dgm:cxn modelId="{761FEFE4-9157-49C4-927F-6A0E34D83C66}" type="presParOf" srcId="{F73361A9-4E34-48DC-BCC2-92F376528B30}" destId="{34295F0B-F333-4543-9A26-85DFE67331C1}" srcOrd="0" destOrd="0" presId="urn:microsoft.com/office/officeart/2005/8/layout/bProcess4"/>
    <dgm:cxn modelId="{A1B58956-76AC-4563-BCB2-D2A8195C43EC}" type="presParOf" srcId="{F73361A9-4E34-48DC-BCC2-92F376528B30}" destId="{64B49073-1FD5-4363-BDEB-9AD2CFCD52A3}" srcOrd="1" destOrd="0" presId="urn:microsoft.com/office/officeart/2005/8/layout/bProcess4"/>
    <dgm:cxn modelId="{ED3CA6ED-30B1-428D-A80F-66B05EBC9E59}" type="presParOf" srcId="{22474E2C-1302-4E61-8D4A-AFF96C44384E}" destId="{D8F55591-C33D-4224-AF39-F6509C3CF839}" srcOrd="11" destOrd="0" presId="urn:microsoft.com/office/officeart/2005/8/layout/bProcess4"/>
    <dgm:cxn modelId="{EF8B19B8-B282-4AC2-95DB-0E2524281587}" type="presParOf" srcId="{22474E2C-1302-4E61-8D4A-AFF96C44384E}" destId="{5FF4D910-C436-41AD-9F53-A970B446D50A}" srcOrd="12" destOrd="0" presId="urn:microsoft.com/office/officeart/2005/8/layout/bProcess4"/>
    <dgm:cxn modelId="{66042904-519A-4F6C-88A3-AF1638DAA7D5}" type="presParOf" srcId="{5FF4D910-C436-41AD-9F53-A970B446D50A}" destId="{42F6015B-9F6D-40DB-BAC9-A42A98CFE205}" srcOrd="0" destOrd="0" presId="urn:microsoft.com/office/officeart/2005/8/layout/bProcess4"/>
    <dgm:cxn modelId="{6FCD1107-592C-4FE0-882A-F0636C2AE55D}" type="presParOf" srcId="{5FF4D910-C436-41AD-9F53-A970B446D50A}" destId="{074FC013-7B09-4FCB-9243-1A10C8F3B8BA}" srcOrd="1" destOrd="0" presId="urn:microsoft.com/office/officeart/2005/8/layout/bProcess4"/>
    <dgm:cxn modelId="{8EDE011E-4779-44B5-95D3-90A0C1676C11}" type="presParOf" srcId="{22474E2C-1302-4E61-8D4A-AFF96C44384E}" destId="{20CAC519-1729-49D6-9BE1-7F1EF7F2BF35}" srcOrd="13" destOrd="0" presId="urn:microsoft.com/office/officeart/2005/8/layout/bProcess4"/>
    <dgm:cxn modelId="{3E7B9E42-6EE2-42C5-88CD-2CC61C6ACDAD}" type="presParOf" srcId="{22474E2C-1302-4E61-8D4A-AFF96C44384E}" destId="{0015374C-3592-4963-BE73-0047B64964BD}" srcOrd="14" destOrd="0" presId="urn:microsoft.com/office/officeart/2005/8/layout/bProcess4"/>
    <dgm:cxn modelId="{4357C8CF-5888-41C2-B64E-06974C3F6A69}" type="presParOf" srcId="{0015374C-3592-4963-BE73-0047B64964BD}" destId="{7A6E9573-9F01-4B84-8E0C-66FF2E1503DC}" srcOrd="0" destOrd="0" presId="urn:microsoft.com/office/officeart/2005/8/layout/bProcess4"/>
    <dgm:cxn modelId="{380C2C93-900D-4607-B36C-002F72CB4BB6}" type="presParOf" srcId="{0015374C-3592-4963-BE73-0047B64964BD}" destId="{61B6EE8B-C86C-4605-B259-62EF8AB2C814}" srcOrd="1" destOrd="0" presId="urn:microsoft.com/office/officeart/2005/8/layout/bProcess4"/>
    <dgm:cxn modelId="{02349AB7-F0C9-424D-BCA1-CE7A1765A2CF}" type="presParOf" srcId="{22474E2C-1302-4E61-8D4A-AFF96C44384E}" destId="{404849B9-632E-46B4-AF7E-FC60E2AE27A8}" srcOrd="15" destOrd="0" presId="urn:microsoft.com/office/officeart/2005/8/layout/bProcess4"/>
    <dgm:cxn modelId="{11BB0F95-3841-4390-A606-6480C786C0A6}" type="presParOf" srcId="{22474E2C-1302-4E61-8D4A-AFF96C44384E}" destId="{0A14429E-D4D9-4404-ABED-4F252A131163}" srcOrd="16" destOrd="0" presId="urn:microsoft.com/office/officeart/2005/8/layout/bProcess4"/>
    <dgm:cxn modelId="{F10AA1F0-C8B4-4B7E-8B02-2947F92FAD83}" type="presParOf" srcId="{0A14429E-D4D9-4404-ABED-4F252A131163}" destId="{93F8CB31-3978-4460-893F-5D349E85E188}" srcOrd="0" destOrd="0" presId="urn:microsoft.com/office/officeart/2005/8/layout/bProcess4"/>
    <dgm:cxn modelId="{4F83D7CC-F7F3-45A4-8A82-1322077EF54D}" type="presParOf" srcId="{0A14429E-D4D9-4404-ABED-4F252A131163}" destId="{7CB5A5EE-8CE8-44FB-8BCB-AD1F112AC6A1}" srcOrd="1" destOrd="0" presId="urn:microsoft.com/office/officeart/2005/8/layout/bProcess4"/>
    <dgm:cxn modelId="{1C20B5C5-7566-4CE2-9883-40373FEECDB2}" type="presParOf" srcId="{22474E2C-1302-4E61-8D4A-AFF96C44384E}" destId="{90D93BB4-2576-4AC0-8654-31C248BFE49B}" srcOrd="17" destOrd="0" presId="urn:microsoft.com/office/officeart/2005/8/layout/bProcess4"/>
    <dgm:cxn modelId="{781FC37E-515B-4910-948F-8F14EEA70E10}" type="presParOf" srcId="{22474E2C-1302-4E61-8D4A-AFF96C44384E}" destId="{0CE46336-5271-42E2-B34A-AAADD65DC5FF}" srcOrd="18" destOrd="0" presId="urn:microsoft.com/office/officeart/2005/8/layout/bProcess4"/>
    <dgm:cxn modelId="{48D72D9D-B4DF-48B9-AF2A-1E039ED83841}" type="presParOf" srcId="{0CE46336-5271-42E2-B34A-AAADD65DC5FF}" destId="{61704EA8-0019-4DEA-9BAC-451CC9838305}" srcOrd="0" destOrd="0" presId="urn:microsoft.com/office/officeart/2005/8/layout/bProcess4"/>
    <dgm:cxn modelId="{004618F6-19BF-4D9C-90D0-D5820614EDA0}" type="presParOf" srcId="{0CE46336-5271-42E2-B34A-AAADD65DC5FF}" destId="{4F4985FA-F3E2-4B43-BD05-B1E3CD246AC2}" srcOrd="1" destOrd="0" presId="urn:microsoft.com/office/officeart/2005/8/layout/bProcess4"/>
    <dgm:cxn modelId="{8090A9F5-27A6-4C9D-A7A9-208C388E18B1}" type="presParOf" srcId="{22474E2C-1302-4E61-8D4A-AFF96C44384E}" destId="{BE8ECEF2-9083-4230-A0FE-DBBBEF0562FF}" srcOrd="19" destOrd="0" presId="urn:microsoft.com/office/officeart/2005/8/layout/bProcess4"/>
    <dgm:cxn modelId="{35DB164A-806A-443D-91D2-E032F7D2D31E}" type="presParOf" srcId="{22474E2C-1302-4E61-8D4A-AFF96C44384E}" destId="{991BD850-74A7-428A-8C78-5F64454FC400}" srcOrd="20" destOrd="0" presId="urn:microsoft.com/office/officeart/2005/8/layout/bProcess4"/>
    <dgm:cxn modelId="{4BDA352F-8773-474A-B43C-7C5F3BA5E769}" type="presParOf" srcId="{991BD850-74A7-428A-8C78-5F64454FC400}" destId="{1B440D47-6E9E-4DDC-BEED-827090E0EC6F}" srcOrd="0" destOrd="0" presId="urn:microsoft.com/office/officeart/2005/8/layout/bProcess4"/>
    <dgm:cxn modelId="{F5480D2F-89F0-45F6-B44F-E65C4EBBD9FA}" type="presParOf" srcId="{991BD850-74A7-428A-8C78-5F64454FC400}" destId="{DED7B5D0-1577-4FBD-865F-41244904BF22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0BB31-94D8-4CFB-A338-58E31B240912}">
      <dsp:nvSpPr>
        <dsp:cNvPr id="0" name=""/>
        <dsp:cNvSpPr/>
      </dsp:nvSpPr>
      <dsp:spPr>
        <a:xfrm>
          <a:off x="1583" y="1112029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Subject (URI)</a:t>
          </a:r>
        </a:p>
      </dsp:txBody>
      <dsp:txXfrm>
        <a:off x="17606" y="1128052"/>
        <a:ext cx="1062073" cy="515013"/>
      </dsp:txXfrm>
    </dsp:sp>
    <dsp:sp modelId="{6EE67A8D-5072-4750-9F5A-C0E5D5B37027}">
      <dsp:nvSpPr>
        <dsp:cNvPr id="0" name=""/>
        <dsp:cNvSpPr/>
      </dsp:nvSpPr>
      <dsp:spPr>
        <a:xfrm>
          <a:off x="1095702" y="1371079"/>
          <a:ext cx="437647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437647" y="1447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3585" y="1374618"/>
        <a:ext cx="21882" cy="21882"/>
      </dsp:txXfrm>
    </dsp:sp>
    <dsp:sp modelId="{B7E4533E-8ED9-4EA0-A683-B8B6ED02E776}">
      <dsp:nvSpPr>
        <dsp:cNvPr id="0" name=""/>
        <dsp:cNvSpPr/>
      </dsp:nvSpPr>
      <dsp:spPr>
        <a:xfrm>
          <a:off x="1533350" y="1112029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Predicate (URI)</a:t>
          </a:r>
        </a:p>
      </dsp:txBody>
      <dsp:txXfrm>
        <a:off x="1549373" y="1128052"/>
        <a:ext cx="1062073" cy="515013"/>
      </dsp:txXfrm>
    </dsp:sp>
    <dsp:sp modelId="{AED6350B-0360-42B5-BA86-4D4DB147EED4}">
      <dsp:nvSpPr>
        <dsp:cNvPr id="0" name=""/>
        <dsp:cNvSpPr/>
      </dsp:nvSpPr>
      <dsp:spPr>
        <a:xfrm rot="19457599">
          <a:off x="2576811" y="1213799"/>
          <a:ext cx="538964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538964" y="1447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32819" y="1214805"/>
        <a:ext cx="26948" cy="26948"/>
      </dsp:txXfrm>
    </dsp:sp>
    <dsp:sp modelId="{FB5BF5AE-D448-4B43-B41B-727531E219E0}">
      <dsp:nvSpPr>
        <dsp:cNvPr id="0" name=""/>
        <dsp:cNvSpPr/>
      </dsp:nvSpPr>
      <dsp:spPr>
        <a:xfrm>
          <a:off x="3065117" y="797470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Object (URI)</a:t>
          </a:r>
        </a:p>
      </dsp:txBody>
      <dsp:txXfrm>
        <a:off x="3081140" y="813493"/>
        <a:ext cx="1062073" cy="515013"/>
      </dsp:txXfrm>
    </dsp:sp>
    <dsp:sp modelId="{ACDA40C0-B6EE-4365-B61D-50CB95CA5D91}">
      <dsp:nvSpPr>
        <dsp:cNvPr id="0" name=""/>
        <dsp:cNvSpPr/>
      </dsp:nvSpPr>
      <dsp:spPr>
        <a:xfrm rot="2142401">
          <a:off x="2576811" y="1528359"/>
          <a:ext cx="538964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538964" y="1447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32819" y="1529365"/>
        <a:ext cx="26948" cy="26948"/>
      </dsp:txXfrm>
    </dsp:sp>
    <dsp:sp modelId="{EF640B08-1DB4-4A19-AAAB-FED17BC8779B}">
      <dsp:nvSpPr>
        <dsp:cNvPr id="0" name=""/>
        <dsp:cNvSpPr/>
      </dsp:nvSpPr>
      <dsp:spPr>
        <a:xfrm>
          <a:off x="3065117" y="1426589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Object (Literals)</a:t>
          </a:r>
        </a:p>
      </dsp:txBody>
      <dsp:txXfrm>
        <a:off x="3081140" y="1442612"/>
        <a:ext cx="1062073" cy="515013"/>
      </dsp:txXfrm>
    </dsp:sp>
    <dsp:sp modelId="{F26C2FC5-918E-452C-B514-33172AE4A768}">
      <dsp:nvSpPr>
        <dsp:cNvPr id="0" name=""/>
        <dsp:cNvSpPr/>
      </dsp:nvSpPr>
      <dsp:spPr>
        <a:xfrm rot="17692822">
          <a:off x="3857949" y="1213799"/>
          <a:ext cx="1040223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1040223" y="1447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2055" y="1202274"/>
        <a:ext cx="52011" cy="52011"/>
      </dsp:txXfrm>
    </dsp:sp>
    <dsp:sp modelId="{5E0BDB9E-FAA6-4CC5-8457-7BA2D199AE0D}">
      <dsp:nvSpPr>
        <dsp:cNvPr id="0" name=""/>
        <dsp:cNvSpPr/>
      </dsp:nvSpPr>
      <dsp:spPr>
        <a:xfrm>
          <a:off x="4596885" y="482910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String</a:t>
          </a:r>
        </a:p>
      </dsp:txBody>
      <dsp:txXfrm>
        <a:off x="4612908" y="498933"/>
        <a:ext cx="1062073" cy="515013"/>
      </dsp:txXfrm>
    </dsp:sp>
    <dsp:sp modelId="{0BF0CBF1-C737-4D6A-B1AB-FCCDA1C80EA4}">
      <dsp:nvSpPr>
        <dsp:cNvPr id="0" name=""/>
        <dsp:cNvSpPr/>
      </dsp:nvSpPr>
      <dsp:spPr>
        <a:xfrm rot="19457599">
          <a:off x="4108578" y="1528359"/>
          <a:ext cx="538964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538964" y="1447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64587" y="1529365"/>
        <a:ext cx="26948" cy="26948"/>
      </dsp:txXfrm>
    </dsp:sp>
    <dsp:sp modelId="{546A4F05-F7B4-4EDC-9954-C99EB8A3C83F}">
      <dsp:nvSpPr>
        <dsp:cNvPr id="0" name=""/>
        <dsp:cNvSpPr/>
      </dsp:nvSpPr>
      <dsp:spPr>
        <a:xfrm>
          <a:off x="4596885" y="1112029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Integer</a:t>
          </a:r>
          <a:endParaRPr lang="en-US" sz="1700" kern="1200" dirty="0"/>
        </a:p>
      </dsp:txBody>
      <dsp:txXfrm>
        <a:off x="4612908" y="1128052"/>
        <a:ext cx="1062073" cy="515013"/>
      </dsp:txXfrm>
    </dsp:sp>
    <dsp:sp modelId="{B88ACA5F-BC5D-40C1-B18B-E261C7BFC5F2}">
      <dsp:nvSpPr>
        <dsp:cNvPr id="0" name=""/>
        <dsp:cNvSpPr/>
      </dsp:nvSpPr>
      <dsp:spPr>
        <a:xfrm rot="2142401">
          <a:off x="4108578" y="1842918"/>
          <a:ext cx="538964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538964" y="1447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64587" y="1843924"/>
        <a:ext cx="26948" cy="26948"/>
      </dsp:txXfrm>
    </dsp:sp>
    <dsp:sp modelId="{836E6723-62D6-4EDD-9C57-A066F37D64C4}">
      <dsp:nvSpPr>
        <dsp:cNvPr id="0" name=""/>
        <dsp:cNvSpPr/>
      </dsp:nvSpPr>
      <dsp:spPr>
        <a:xfrm>
          <a:off x="4596885" y="1741148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Date</a:t>
          </a:r>
        </a:p>
      </dsp:txBody>
      <dsp:txXfrm>
        <a:off x="4612908" y="1757171"/>
        <a:ext cx="1062073" cy="515013"/>
      </dsp:txXfrm>
    </dsp:sp>
    <dsp:sp modelId="{E3096AC5-1663-4CB5-9CCB-9C0D7BB82BD5}">
      <dsp:nvSpPr>
        <dsp:cNvPr id="0" name=""/>
        <dsp:cNvSpPr/>
      </dsp:nvSpPr>
      <dsp:spPr>
        <a:xfrm rot="3907178">
          <a:off x="3857949" y="2157478"/>
          <a:ext cx="1040223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1040223" y="1447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2055" y="2145952"/>
        <a:ext cx="52011" cy="52011"/>
      </dsp:txXfrm>
    </dsp:sp>
    <dsp:sp modelId="{31993F40-5F11-4610-A7F3-BAECD6745F8C}">
      <dsp:nvSpPr>
        <dsp:cNvPr id="0" name=""/>
        <dsp:cNvSpPr/>
      </dsp:nvSpPr>
      <dsp:spPr>
        <a:xfrm>
          <a:off x="4596885" y="2370267"/>
          <a:ext cx="1094119" cy="547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…</a:t>
          </a:r>
        </a:p>
      </dsp:txBody>
      <dsp:txXfrm>
        <a:off x="4612908" y="2386290"/>
        <a:ext cx="1062073" cy="5150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5F85E-ED71-4943-9B3C-712F45767A28}">
      <dsp:nvSpPr>
        <dsp:cNvPr id="0" name=""/>
        <dsp:cNvSpPr/>
      </dsp:nvSpPr>
      <dsp:spPr>
        <a:xfrm>
          <a:off x="229541" y="0"/>
          <a:ext cx="5352438" cy="535243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B09CE-99E7-430B-BA0D-71E6622ED198}">
      <dsp:nvSpPr>
        <dsp:cNvPr id="0" name=""/>
        <dsp:cNvSpPr/>
      </dsp:nvSpPr>
      <dsp:spPr>
        <a:xfrm>
          <a:off x="738022" y="508481"/>
          <a:ext cx="2087450" cy="20874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1. Use URIs as names for things</a:t>
          </a:r>
        </a:p>
      </dsp:txBody>
      <dsp:txXfrm>
        <a:off x="839923" y="610382"/>
        <a:ext cx="1883648" cy="1883648"/>
      </dsp:txXfrm>
    </dsp:sp>
    <dsp:sp modelId="{760DCAFA-EB3F-4A59-A1A5-9D27CF302B98}">
      <dsp:nvSpPr>
        <dsp:cNvPr id="0" name=""/>
        <dsp:cNvSpPr/>
      </dsp:nvSpPr>
      <dsp:spPr>
        <a:xfrm>
          <a:off x="2986046" y="508481"/>
          <a:ext cx="2087450" cy="20874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2. Use HTTP URIs so that people can look up those names</a:t>
          </a:r>
        </a:p>
      </dsp:txBody>
      <dsp:txXfrm>
        <a:off x="3087947" y="610382"/>
        <a:ext cx="1883648" cy="1883648"/>
      </dsp:txXfrm>
    </dsp:sp>
    <dsp:sp modelId="{2A9D4B75-3717-408A-9116-B70B1F42C7CD}">
      <dsp:nvSpPr>
        <dsp:cNvPr id="0" name=""/>
        <dsp:cNvSpPr/>
      </dsp:nvSpPr>
      <dsp:spPr>
        <a:xfrm>
          <a:off x="738022" y="2756505"/>
          <a:ext cx="2087450" cy="20874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3. When someone looks up a URI, provide useful information, using the standards (RDF, SPARQL)</a:t>
          </a:r>
        </a:p>
      </dsp:txBody>
      <dsp:txXfrm>
        <a:off x="839923" y="2858406"/>
        <a:ext cx="1883648" cy="1883648"/>
      </dsp:txXfrm>
    </dsp:sp>
    <dsp:sp modelId="{A5695C12-2A3C-4685-84FA-F65731956B45}">
      <dsp:nvSpPr>
        <dsp:cNvPr id="0" name=""/>
        <dsp:cNvSpPr/>
      </dsp:nvSpPr>
      <dsp:spPr>
        <a:xfrm>
          <a:off x="2986046" y="2756505"/>
          <a:ext cx="2087450" cy="20874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4. Include links to other URIs so that they can discover more things</a:t>
          </a:r>
        </a:p>
      </dsp:txBody>
      <dsp:txXfrm>
        <a:off x="3087947" y="2858406"/>
        <a:ext cx="1883648" cy="1883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F4F2B-5737-495D-A0AA-F8B04C0290F7}">
      <dsp:nvSpPr>
        <dsp:cNvPr id="0" name=""/>
        <dsp:cNvSpPr/>
      </dsp:nvSpPr>
      <dsp:spPr>
        <a:xfrm rot="5400000">
          <a:off x="260852" y="907563"/>
          <a:ext cx="1417353" cy="1710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7B4C21-0F23-4926-96BB-6D767767A090}">
      <dsp:nvSpPr>
        <dsp:cNvPr id="0" name=""/>
        <dsp:cNvSpPr/>
      </dsp:nvSpPr>
      <dsp:spPr>
        <a:xfrm>
          <a:off x="585112" y="363"/>
          <a:ext cx="1901031" cy="11406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1999, RDF became a standard</a:t>
          </a:r>
        </a:p>
      </dsp:txBody>
      <dsp:txXfrm>
        <a:off x="618520" y="33771"/>
        <a:ext cx="1834215" cy="1073802"/>
      </dsp:txXfrm>
    </dsp:sp>
    <dsp:sp modelId="{3C61A54E-407E-49C5-9DDD-AD9A81581A9E}">
      <dsp:nvSpPr>
        <dsp:cNvPr id="0" name=""/>
        <dsp:cNvSpPr/>
      </dsp:nvSpPr>
      <dsp:spPr>
        <a:xfrm rot="5400000">
          <a:off x="260852" y="2333337"/>
          <a:ext cx="1417353" cy="17109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257F2-2A4D-44AA-BB59-CFDF82862817}">
      <dsp:nvSpPr>
        <dsp:cNvPr id="0" name=""/>
        <dsp:cNvSpPr/>
      </dsp:nvSpPr>
      <dsp:spPr>
        <a:xfrm>
          <a:off x="585112" y="1426137"/>
          <a:ext cx="1901031" cy="11406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By 2004, over a dozen query language had been developed</a:t>
          </a:r>
        </a:p>
      </dsp:txBody>
      <dsp:txXfrm>
        <a:off x="618520" y="1459545"/>
        <a:ext cx="1834215" cy="1073802"/>
      </dsp:txXfrm>
    </dsp:sp>
    <dsp:sp modelId="{3E6B1D55-FF00-4AD6-A26F-280FC47D0C6A}">
      <dsp:nvSpPr>
        <dsp:cNvPr id="0" name=""/>
        <dsp:cNvSpPr/>
      </dsp:nvSpPr>
      <dsp:spPr>
        <a:xfrm rot="5400000">
          <a:off x="260852" y="3759110"/>
          <a:ext cx="1417353" cy="17109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AC125-2CD0-40AE-9AE3-43CB68C5BDC2}">
      <dsp:nvSpPr>
        <dsp:cNvPr id="0" name=""/>
        <dsp:cNvSpPr/>
      </dsp:nvSpPr>
      <dsp:spPr>
        <a:xfrm>
          <a:off x="585112" y="2851910"/>
          <a:ext cx="1901031" cy="11406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2004, W3C formed the RDF Data Access Working Group (DAWG)</a:t>
          </a:r>
        </a:p>
      </dsp:txBody>
      <dsp:txXfrm>
        <a:off x="618520" y="2885318"/>
        <a:ext cx="1834215" cy="1073802"/>
      </dsp:txXfrm>
    </dsp:sp>
    <dsp:sp modelId="{630E5327-20FE-43D1-A3BA-72851ED88822}">
      <dsp:nvSpPr>
        <dsp:cNvPr id="0" name=""/>
        <dsp:cNvSpPr/>
      </dsp:nvSpPr>
      <dsp:spPr>
        <a:xfrm>
          <a:off x="973738" y="4471997"/>
          <a:ext cx="2519951" cy="17109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282BB-199E-441C-AD1D-F20D6C9A01C6}">
      <dsp:nvSpPr>
        <dsp:cNvPr id="0" name=""/>
        <dsp:cNvSpPr/>
      </dsp:nvSpPr>
      <dsp:spPr>
        <a:xfrm>
          <a:off x="585112" y="4277684"/>
          <a:ext cx="1901031" cy="11406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Late 2004, RDF-DAWG released 1</a:t>
          </a:r>
          <a:r>
            <a:rPr lang="en-US" sz="1100" kern="1200" baseline="30000" dirty="0"/>
            <a:t>st</a:t>
          </a:r>
          <a:r>
            <a:rPr lang="en-US" sz="1100" kern="1200" dirty="0"/>
            <a:t> draft of the SPARQL Query Language specification</a:t>
          </a:r>
        </a:p>
      </dsp:txBody>
      <dsp:txXfrm>
        <a:off x="618520" y="4311092"/>
        <a:ext cx="1834215" cy="1073802"/>
      </dsp:txXfrm>
    </dsp:sp>
    <dsp:sp modelId="{FB80C61B-5DC6-4212-9321-836593400744}">
      <dsp:nvSpPr>
        <dsp:cNvPr id="0" name=""/>
        <dsp:cNvSpPr/>
      </dsp:nvSpPr>
      <dsp:spPr>
        <a:xfrm rot="16200000">
          <a:off x="2789223" y="3759110"/>
          <a:ext cx="1417353" cy="17109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B3805-AC82-4DD6-B8D7-46345F344CAB}">
      <dsp:nvSpPr>
        <dsp:cNvPr id="0" name=""/>
        <dsp:cNvSpPr/>
      </dsp:nvSpPr>
      <dsp:spPr>
        <a:xfrm>
          <a:off x="3113484" y="4277684"/>
          <a:ext cx="1901031" cy="11406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Early 2008, the query language, protocol, and query results XML format became Recommendations, or official W3C specifications</a:t>
          </a:r>
        </a:p>
      </dsp:txBody>
      <dsp:txXfrm>
        <a:off x="3146892" y="4311092"/>
        <a:ext cx="1834215" cy="1073802"/>
      </dsp:txXfrm>
    </dsp:sp>
    <dsp:sp modelId="{D8F55591-C33D-4224-AF39-F6509C3CF839}">
      <dsp:nvSpPr>
        <dsp:cNvPr id="0" name=""/>
        <dsp:cNvSpPr/>
      </dsp:nvSpPr>
      <dsp:spPr>
        <a:xfrm rot="16200000">
          <a:off x="2789223" y="2333337"/>
          <a:ext cx="1417353" cy="1710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49073-1FD5-4363-BDEB-9AD2CFCD52A3}">
      <dsp:nvSpPr>
        <dsp:cNvPr id="0" name=""/>
        <dsp:cNvSpPr/>
      </dsp:nvSpPr>
      <dsp:spPr>
        <a:xfrm>
          <a:off x="3113484" y="2851910"/>
          <a:ext cx="1901031" cy="11406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2008, SPARQL implementations existed (</a:t>
          </a:r>
          <a:r>
            <a:rPr lang="en-US" sz="1100" kern="1200" dirty="0" err="1"/>
            <a:t>Triplestores</a:t>
          </a:r>
          <a:r>
            <a:rPr lang="en-US" sz="1100" kern="1200" dirty="0"/>
            <a:t>, ARQ), SPARQL endpoints appeared</a:t>
          </a:r>
        </a:p>
      </dsp:txBody>
      <dsp:txXfrm>
        <a:off x="3146892" y="2885318"/>
        <a:ext cx="1834215" cy="1073802"/>
      </dsp:txXfrm>
    </dsp:sp>
    <dsp:sp modelId="{20CAC519-1729-49D6-9BE1-7F1EF7F2BF35}">
      <dsp:nvSpPr>
        <dsp:cNvPr id="0" name=""/>
        <dsp:cNvSpPr/>
      </dsp:nvSpPr>
      <dsp:spPr>
        <a:xfrm rot="16200000">
          <a:off x="2789223" y="907563"/>
          <a:ext cx="1417353" cy="17109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FC013-7B09-4FCB-9243-1A10C8F3B8BA}">
      <dsp:nvSpPr>
        <dsp:cNvPr id="0" name=""/>
        <dsp:cNvSpPr/>
      </dsp:nvSpPr>
      <dsp:spPr>
        <a:xfrm>
          <a:off x="3113484" y="1426137"/>
          <a:ext cx="1901031" cy="11406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2009, RDF-DAWG’s charter expired, W3C created SPARQL Working Group</a:t>
          </a:r>
        </a:p>
      </dsp:txBody>
      <dsp:txXfrm>
        <a:off x="3146892" y="1459545"/>
        <a:ext cx="1834215" cy="1073802"/>
      </dsp:txXfrm>
    </dsp:sp>
    <dsp:sp modelId="{404849B9-632E-46B4-AF7E-FC60E2AE27A8}">
      <dsp:nvSpPr>
        <dsp:cNvPr id="0" name=""/>
        <dsp:cNvSpPr/>
      </dsp:nvSpPr>
      <dsp:spPr>
        <a:xfrm>
          <a:off x="3502110" y="194677"/>
          <a:ext cx="2519951" cy="17109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6EE8B-C86C-4605-B259-62EF8AB2C814}">
      <dsp:nvSpPr>
        <dsp:cNvPr id="0" name=""/>
        <dsp:cNvSpPr/>
      </dsp:nvSpPr>
      <dsp:spPr>
        <a:xfrm>
          <a:off x="3113484" y="363"/>
          <a:ext cx="1901031" cy="11406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Late 2009, SPARQL Working Group released 1</a:t>
          </a:r>
          <a:r>
            <a:rPr lang="en-US" sz="1100" kern="1200" baseline="30000" dirty="0"/>
            <a:t>st</a:t>
          </a:r>
          <a:r>
            <a:rPr lang="en-US" sz="1100" kern="1200" dirty="0"/>
            <a:t> Working Drafts of the SPARQL 1.1 specifications</a:t>
          </a:r>
        </a:p>
      </dsp:txBody>
      <dsp:txXfrm>
        <a:off x="3146892" y="33771"/>
        <a:ext cx="1834215" cy="1073802"/>
      </dsp:txXfrm>
    </dsp:sp>
    <dsp:sp modelId="{90D93BB4-2576-4AC0-8654-31C248BFE49B}">
      <dsp:nvSpPr>
        <dsp:cNvPr id="0" name=""/>
        <dsp:cNvSpPr/>
      </dsp:nvSpPr>
      <dsp:spPr>
        <a:xfrm rot="5400000">
          <a:off x="5317595" y="907563"/>
          <a:ext cx="1417353" cy="17109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5A5EE-8CE8-44FB-8BCB-AD1F112AC6A1}">
      <dsp:nvSpPr>
        <dsp:cNvPr id="0" name=""/>
        <dsp:cNvSpPr/>
      </dsp:nvSpPr>
      <dsp:spPr>
        <a:xfrm>
          <a:off x="5641855" y="363"/>
          <a:ext cx="1901031" cy="11406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End of 2012, SPARQL-WG completed work including several new specifications</a:t>
          </a:r>
        </a:p>
      </dsp:txBody>
      <dsp:txXfrm>
        <a:off x="5675263" y="33771"/>
        <a:ext cx="1834215" cy="1073802"/>
      </dsp:txXfrm>
    </dsp:sp>
    <dsp:sp modelId="{BE8ECEF2-9083-4230-A0FE-DBBBEF0562FF}">
      <dsp:nvSpPr>
        <dsp:cNvPr id="0" name=""/>
        <dsp:cNvSpPr/>
      </dsp:nvSpPr>
      <dsp:spPr>
        <a:xfrm rot="5400000">
          <a:off x="5317595" y="2333337"/>
          <a:ext cx="1417353" cy="17109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985FA-F3E2-4B43-BD05-B1E3CD246AC2}">
      <dsp:nvSpPr>
        <dsp:cNvPr id="0" name=""/>
        <dsp:cNvSpPr/>
      </dsp:nvSpPr>
      <dsp:spPr>
        <a:xfrm>
          <a:off x="5641855" y="1426137"/>
          <a:ext cx="1901031" cy="11406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March 2013, SPARQL 1.1 specification became W3C Recommendations</a:t>
          </a:r>
        </a:p>
      </dsp:txBody>
      <dsp:txXfrm>
        <a:off x="5675263" y="1459545"/>
        <a:ext cx="1834215" cy="1073802"/>
      </dsp:txXfrm>
    </dsp:sp>
    <dsp:sp modelId="{DED7B5D0-1577-4FBD-865F-41244904BF22}">
      <dsp:nvSpPr>
        <dsp:cNvPr id="0" name=""/>
        <dsp:cNvSpPr/>
      </dsp:nvSpPr>
      <dsp:spPr>
        <a:xfrm>
          <a:off x="5641855" y="2851910"/>
          <a:ext cx="1901031" cy="11406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Aug 2024, W3C Working Draft of SPARQL 1.2 released</a:t>
          </a:r>
        </a:p>
      </dsp:txBody>
      <dsp:txXfrm>
        <a:off x="5675263" y="2885318"/>
        <a:ext cx="1834215" cy="1073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9/19/2025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14">
            <a:extLst>
              <a:ext uri="{FF2B5EF4-FFF2-40B4-BE49-F238E27FC236}">
                <a16:creationId xmlns:a16="http://schemas.microsoft.com/office/drawing/2014/main" id="{F6856948-14CB-159E-5A7C-80A0115641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7000"/>
                    </a14:imgEffect>
                  </a14:imgLayer>
                </a14:imgProps>
              </a:ext>
            </a:extLst>
          </a:blip>
          <a:srcRect t="185" b="185"/>
          <a:stretch/>
        </p:blipFill>
        <p:spPr>
          <a:xfrm>
            <a:off x="0" y="0"/>
            <a:ext cx="12192000" cy="6832599"/>
          </a:xfrm>
          <a:prstGeom prst="rect">
            <a:avLst/>
          </a:prstGeom>
        </p:spPr>
      </p:pic>
      <p:pic>
        <p:nvPicPr>
          <p:cNvPr id="9" name="Content Placeholder 14">
            <a:extLst>
              <a:ext uri="{FF2B5EF4-FFF2-40B4-BE49-F238E27FC236}">
                <a16:creationId xmlns:a16="http://schemas.microsoft.com/office/drawing/2014/main" id="{7FFF1F47-49A0-3608-5C50-3C57415465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0901" t="2692" r="9005" b="2173"/>
          <a:stretch/>
        </p:blipFill>
        <p:spPr>
          <a:xfrm>
            <a:off x="-3" y="37"/>
            <a:ext cx="12192000" cy="6853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27164"/>
            <a:ext cx="12191998" cy="1323440"/>
          </a:xfrm>
        </p:spPr>
        <p:txBody>
          <a:bodyPr>
            <a:noAutofit/>
          </a:bodyPr>
          <a:lstStyle>
            <a:lvl1pPr algn="ctr">
              <a:defRPr sz="6000" kern="1200" spc="22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558868"/>
            <a:ext cx="12191997" cy="781119"/>
          </a:xfrm>
        </p:spPr>
        <p:txBody>
          <a:bodyPr>
            <a:noAutofit/>
          </a:bodyPr>
          <a:lstStyle>
            <a:lvl1pPr marL="0" indent="0" algn="ctr">
              <a:buNone/>
              <a:defRPr sz="4000" b="0" i="0" spc="1800" baseline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7BA9FA4-8138-9E88-1DA3-FE01F5672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5532550"/>
            <a:ext cx="12192000" cy="1323440"/>
          </a:xfrm>
          <a:solidFill>
            <a:schemeClr val="tx1">
              <a:alpha val="61961"/>
            </a:schemeClr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60000"/>
              </a:lnSpc>
              <a:buNone/>
              <a:defRPr sz="2000" b="0" i="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14">
            <a:extLst>
              <a:ext uri="{FF2B5EF4-FFF2-40B4-BE49-F238E27FC236}">
                <a16:creationId xmlns:a16="http://schemas.microsoft.com/office/drawing/2014/main" id="{BD0D7128-6130-EE47-90ED-D45A35B438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7000"/>
                    </a14:imgEffect>
                  </a14:imgLayer>
                </a14:imgProps>
              </a:ext>
            </a:extLst>
          </a:blip>
          <a:srcRect t="185" b="185"/>
          <a:stretch/>
        </p:blipFill>
        <p:spPr>
          <a:xfrm>
            <a:off x="-6228" y="3074"/>
            <a:ext cx="12192000" cy="6854926"/>
          </a:xfrm>
          <a:prstGeom prst="rect">
            <a:avLst/>
          </a:prstGeom>
        </p:spPr>
      </p:pic>
      <p:pic>
        <p:nvPicPr>
          <p:cNvPr id="6" name="Content Placeholder 14">
            <a:extLst>
              <a:ext uri="{FF2B5EF4-FFF2-40B4-BE49-F238E27FC236}">
                <a16:creationId xmlns:a16="http://schemas.microsoft.com/office/drawing/2014/main" id="{14AC0A97-7D79-3DBE-FB53-A9EBFD806E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51" t="2692" r="49052" b="2173"/>
          <a:stretch/>
        </p:blipFill>
        <p:spPr>
          <a:xfrm>
            <a:off x="4455845" y="-6350"/>
            <a:ext cx="7732295" cy="68538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F19E97-D266-0158-DB58-8B80C6AE8445}"/>
              </a:ext>
            </a:extLst>
          </p:cNvPr>
          <p:cNvSpPr/>
          <p:nvPr userDrawn="1"/>
        </p:nvSpPr>
        <p:spPr>
          <a:xfrm>
            <a:off x="-1" y="0"/>
            <a:ext cx="8784040" cy="68591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3661" y="1052108"/>
            <a:ext cx="6910627" cy="116488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EE2076-2104-00E8-4FC5-D2D1939662A8}"/>
              </a:ext>
            </a:extLst>
          </p:cNvPr>
          <p:cNvSpPr/>
          <p:nvPr userDrawn="1"/>
        </p:nvSpPr>
        <p:spPr>
          <a:xfrm>
            <a:off x="1876516" y="842493"/>
            <a:ext cx="144379" cy="144379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9EA78E-CF91-A313-1EA3-1B737189BE6A}"/>
              </a:ext>
            </a:extLst>
          </p:cNvPr>
          <p:cNvSpPr/>
          <p:nvPr userDrawn="1"/>
        </p:nvSpPr>
        <p:spPr>
          <a:xfrm>
            <a:off x="3272500" y="5713197"/>
            <a:ext cx="144379" cy="144379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C4BAB7B-AB4F-FB57-387C-7A8618043E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25623" y="2530837"/>
            <a:ext cx="6888665" cy="961087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512376E-E81C-EEBC-A5F9-5378563708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24" y="3617963"/>
            <a:ext cx="6888665" cy="2241805"/>
          </a:xfrm>
        </p:spPr>
        <p:txBody>
          <a:bodyPr anchor="t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+mn-lt"/>
                <a:cs typeface="Biome" panose="020B05030302040208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7E9B3C-3EC9-30D0-6EEC-FFD2F1067447}"/>
              </a:ext>
            </a:extLst>
          </p:cNvPr>
          <p:cNvCxnSpPr>
            <a:cxnSpLocks/>
          </p:cNvCxnSpPr>
          <p:nvPr userDrawn="1"/>
        </p:nvCxnSpPr>
        <p:spPr>
          <a:xfrm>
            <a:off x="-12590" y="2359726"/>
            <a:ext cx="532008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B971EAC-E57B-EF86-ED6F-AE35987C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Learning SPARQL (Xiaoqi Zhao)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0ED8DF-4F9C-BDFE-68ED-49B03A54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44BC0460-E5E3-23E3-6335-36CF4BEB87F3}"/>
              </a:ext>
            </a:extLst>
          </p:cNvPr>
          <p:cNvSpPr/>
          <p:nvPr userDrawn="1"/>
        </p:nvSpPr>
        <p:spPr>
          <a:xfrm>
            <a:off x="2360199" y="596691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662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14">
            <a:extLst>
              <a:ext uri="{FF2B5EF4-FFF2-40B4-BE49-F238E27FC236}">
                <a16:creationId xmlns:a16="http://schemas.microsoft.com/office/drawing/2014/main" id="{BD0D7128-6130-EE47-90ED-D45A35B438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7000"/>
                    </a14:imgEffect>
                  </a14:imgLayer>
                </a14:imgProps>
              </a:ext>
            </a:extLst>
          </a:blip>
          <a:srcRect t="185" b="185"/>
          <a:stretch/>
        </p:blipFill>
        <p:spPr>
          <a:xfrm>
            <a:off x="-6228" y="3074"/>
            <a:ext cx="12192000" cy="6854926"/>
          </a:xfrm>
          <a:prstGeom prst="rect">
            <a:avLst/>
          </a:prstGeom>
        </p:spPr>
      </p:pic>
      <p:pic>
        <p:nvPicPr>
          <p:cNvPr id="6" name="Content Placeholder 14">
            <a:extLst>
              <a:ext uri="{FF2B5EF4-FFF2-40B4-BE49-F238E27FC236}">
                <a16:creationId xmlns:a16="http://schemas.microsoft.com/office/drawing/2014/main" id="{14AC0A97-7D79-3DBE-FB53-A9EBFD806E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51" t="2692" r="49052" b="2173"/>
          <a:stretch/>
        </p:blipFill>
        <p:spPr>
          <a:xfrm>
            <a:off x="4455845" y="-6350"/>
            <a:ext cx="7732295" cy="68538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F19E97-D266-0158-DB58-8B80C6AE8445}"/>
              </a:ext>
            </a:extLst>
          </p:cNvPr>
          <p:cNvSpPr/>
          <p:nvPr userDrawn="1"/>
        </p:nvSpPr>
        <p:spPr>
          <a:xfrm>
            <a:off x="-1" y="0"/>
            <a:ext cx="8784040" cy="68591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3661" y="1052108"/>
            <a:ext cx="6910627" cy="116488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EE2076-2104-00E8-4FC5-D2D1939662A8}"/>
              </a:ext>
            </a:extLst>
          </p:cNvPr>
          <p:cNvSpPr/>
          <p:nvPr userDrawn="1"/>
        </p:nvSpPr>
        <p:spPr>
          <a:xfrm>
            <a:off x="1876516" y="842493"/>
            <a:ext cx="144379" cy="144379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9EA78E-CF91-A313-1EA3-1B737189BE6A}"/>
              </a:ext>
            </a:extLst>
          </p:cNvPr>
          <p:cNvSpPr/>
          <p:nvPr userDrawn="1"/>
        </p:nvSpPr>
        <p:spPr>
          <a:xfrm>
            <a:off x="3272500" y="5713197"/>
            <a:ext cx="144379" cy="144379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512376E-E81C-EEBC-A5F9-5378563708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24" y="2502463"/>
            <a:ext cx="6888665" cy="3357305"/>
          </a:xfrm>
        </p:spPr>
        <p:txBody>
          <a:bodyPr anchor="t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+mn-lt"/>
                <a:cs typeface="Biome" panose="020B05030302040208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tabLst/>
              <a:defRPr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7E9B3C-3EC9-30D0-6EEC-FFD2F1067447}"/>
              </a:ext>
            </a:extLst>
          </p:cNvPr>
          <p:cNvCxnSpPr>
            <a:cxnSpLocks/>
          </p:cNvCxnSpPr>
          <p:nvPr userDrawn="1"/>
        </p:nvCxnSpPr>
        <p:spPr>
          <a:xfrm>
            <a:off x="-12590" y="2359726"/>
            <a:ext cx="532008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B971EAC-E57B-EF86-ED6F-AE35987C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Learning SPARQL (Xiaoqi Zhao)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0ED8DF-4F9C-BDFE-68ED-49B03A54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44BC0460-E5E3-23E3-6335-36CF4BEB87F3}"/>
              </a:ext>
            </a:extLst>
          </p:cNvPr>
          <p:cNvSpPr/>
          <p:nvPr userDrawn="1"/>
        </p:nvSpPr>
        <p:spPr>
          <a:xfrm>
            <a:off x="2360199" y="596691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E699CB90-DCF5-D9AC-0A86-1E02CB3418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8000"/>
          </a:blip>
          <a:srcRect/>
          <a:stretch/>
        </p:blipFill>
        <p:spPr>
          <a:xfrm>
            <a:off x="0" y="11089"/>
            <a:ext cx="12192000" cy="6858000"/>
          </a:xfrm>
          <a:prstGeom prst="rect">
            <a:avLst/>
          </a:prstGeom>
          <a:effectLst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ADD8375-FF36-FC51-FBBD-A4EBCE6D932A}"/>
              </a:ext>
            </a:extLst>
          </p:cNvPr>
          <p:cNvSpPr/>
          <p:nvPr userDrawn="1"/>
        </p:nvSpPr>
        <p:spPr>
          <a:xfrm>
            <a:off x="322118" y="365124"/>
            <a:ext cx="11547765" cy="623728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10515601" cy="1325563"/>
          </a:xfrm>
        </p:spPr>
        <p:txBody>
          <a:bodyPr>
            <a:noAutofit/>
          </a:bodyPr>
          <a:lstStyle>
            <a:lvl1pPr algn="ctr">
              <a:defRPr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0A684CF-D752-D358-B0D4-0DA2FFB2C7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09530" y="2220319"/>
            <a:ext cx="8845828" cy="929026"/>
          </a:xfrm>
        </p:spPr>
        <p:txBody>
          <a:bodyPr anchor="t">
            <a:noAutofit/>
          </a:bodyPr>
          <a:lstStyle>
            <a:lvl1pPr marL="0" indent="0" algn="ctr">
              <a:lnSpc>
                <a:spcPct val="140000"/>
              </a:lnSpc>
              <a:buFontTx/>
              <a:buNone/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C04702-97CE-9583-8282-DF8500E5ABEF}"/>
              </a:ext>
            </a:extLst>
          </p:cNvPr>
          <p:cNvCxnSpPr>
            <a:cxnSpLocks/>
          </p:cNvCxnSpPr>
          <p:nvPr userDrawn="1"/>
        </p:nvCxnSpPr>
        <p:spPr>
          <a:xfrm>
            <a:off x="4451205" y="3330985"/>
            <a:ext cx="0" cy="1774795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439E47-02A2-4A4F-1E4A-5DF22C90533A}"/>
              </a:ext>
            </a:extLst>
          </p:cNvPr>
          <p:cNvCxnSpPr>
            <a:cxnSpLocks/>
          </p:cNvCxnSpPr>
          <p:nvPr userDrawn="1"/>
        </p:nvCxnSpPr>
        <p:spPr>
          <a:xfrm>
            <a:off x="7756108" y="3330985"/>
            <a:ext cx="0" cy="1774795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ABCF599-DE3A-3924-1B55-8986557F7D6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57437" y="3360802"/>
            <a:ext cx="2522391" cy="1721355"/>
          </a:xfrm>
        </p:spPr>
        <p:txBody>
          <a:bodyPr anchor="ctr">
            <a:noAutofit/>
          </a:bodyPr>
          <a:lstStyle>
            <a:lvl1pPr algn="ct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5711A8B-0B07-4705-5569-EA1C5E3964C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00601" y="3358082"/>
            <a:ext cx="2587137" cy="1721355"/>
          </a:xfrm>
        </p:spPr>
        <p:txBody>
          <a:bodyPr anchor="ctr">
            <a:noAutofit/>
          </a:bodyPr>
          <a:lstStyle>
            <a:lvl1pPr algn="ct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8BA5EC5-6267-42DB-3068-781F4FBA335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125381" y="3360802"/>
            <a:ext cx="2587137" cy="1721355"/>
          </a:xfrm>
        </p:spPr>
        <p:txBody>
          <a:bodyPr anchor="ctr">
            <a:noAutofit/>
          </a:bodyPr>
          <a:lstStyle>
            <a:lvl1pPr algn="ct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2E394DBB-1E16-C49F-3143-1C827302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CE982166-168E-4452-AD77-7BDE30E2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33860DCC-9F93-1344-72B0-356F9A045A3A}"/>
              </a:ext>
            </a:extLst>
          </p:cNvPr>
          <p:cNvSpPr/>
          <p:nvPr userDrawn="1"/>
        </p:nvSpPr>
        <p:spPr>
          <a:xfrm>
            <a:off x="873270" y="3931194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1ABE433E-FA5E-3262-5CAB-46DED868AF63}"/>
              </a:ext>
            </a:extLst>
          </p:cNvPr>
          <p:cNvSpPr/>
          <p:nvPr userDrawn="1"/>
        </p:nvSpPr>
        <p:spPr>
          <a:xfrm>
            <a:off x="10658835" y="2022227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67D7C421-15EE-D350-36FE-97825F63A2BA}"/>
              </a:ext>
            </a:extLst>
          </p:cNvPr>
          <p:cNvSpPr/>
          <p:nvPr userDrawn="1"/>
        </p:nvSpPr>
        <p:spPr>
          <a:xfrm>
            <a:off x="8496299" y="5218771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30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E869C67-E833-BD41-7743-D6450600B9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9000"/>
          </a:blip>
          <a:srcRect l="30375" t="11383" b="18991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effectLst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F27405-A048-8186-4834-FCBC24391D91}"/>
              </a:ext>
            </a:extLst>
          </p:cNvPr>
          <p:cNvSpPr/>
          <p:nvPr userDrawn="1"/>
        </p:nvSpPr>
        <p:spPr>
          <a:xfrm>
            <a:off x="532" y="11284"/>
            <a:ext cx="12192000" cy="6845323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365125"/>
            <a:ext cx="10515601" cy="1325563"/>
          </a:xfrm>
        </p:spPr>
        <p:txBody>
          <a:bodyPr>
            <a:noAutofit/>
          </a:bodyPr>
          <a:lstStyle>
            <a:lvl1pPr algn="ctr">
              <a:defRPr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416EC7F6-3F25-98AA-EA20-A759C49841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28739" y="2714455"/>
            <a:ext cx="3953594" cy="509671"/>
          </a:xfrm>
        </p:spPr>
        <p:txBody>
          <a:bodyPr anchor="ctr">
            <a:noAutofit/>
          </a:bodyPr>
          <a:lstStyle>
            <a:lvl1pPr>
              <a:defRPr sz="2000" spc="30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59A4D373-2403-6A05-1927-144387611C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66224" y="2700810"/>
            <a:ext cx="3911982" cy="523316"/>
          </a:xfrm>
        </p:spPr>
        <p:txBody>
          <a:bodyPr anchor="ctr">
            <a:noAutofit/>
          </a:bodyPr>
          <a:lstStyle>
            <a:lvl1pPr>
              <a:defRPr sz="2000" spc="30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864931" y="3448050"/>
            <a:ext cx="3911982" cy="2307568"/>
          </a:xfrm>
        </p:spPr>
        <p:txBody>
          <a:bodyPr/>
          <a:lstStyle>
            <a:lvl1pPr marL="283464" indent="-283464">
              <a:buClr>
                <a:schemeClr val="accent6"/>
              </a:buClr>
              <a:buFont typeface="Arial" panose="020B0604020202020204" pitchFamily="34" charset="0"/>
              <a:buChar char="•"/>
              <a:defRPr sz="1600" spc="20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defRPr sz="1600"/>
            </a:lvl2pPr>
            <a:lvl3pPr marL="859536" indent="-283464">
              <a:defRPr sz="1600"/>
            </a:lvl3pPr>
            <a:lvl4pPr marL="1152144"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66224" y="3448050"/>
            <a:ext cx="3911982" cy="2307568"/>
          </a:xfrm>
        </p:spPr>
        <p:txBody>
          <a:bodyPr/>
          <a:lstStyle>
            <a:lvl1pPr marL="283464" indent="-283464">
              <a:buClr>
                <a:schemeClr val="accent6"/>
              </a:buClr>
              <a:buFont typeface="Arial" panose="020B0604020202020204" pitchFamily="34" charset="0"/>
              <a:buChar char="•"/>
              <a:defRPr sz="1600" spc="20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defRPr sz="1600"/>
            </a:lvl2pPr>
            <a:lvl3pPr marL="859536" indent="-283464">
              <a:defRPr sz="1600"/>
            </a:lvl3pPr>
            <a:lvl4pPr marL="1152144"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1" name="Graphic 15">
            <a:extLst>
              <a:ext uri="{FF2B5EF4-FFF2-40B4-BE49-F238E27FC236}">
                <a16:creationId xmlns:a16="http://schemas.microsoft.com/office/drawing/2014/main" id="{FFDFB3E1-7148-2A79-2224-9A66EE89CDB3}"/>
              </a:ext>
            </a:extLst>
          </p:cNvPr>
          <p:cNvSpPr/>
          <p:nvPr userDrawn="1"/>
        </p:nvSpPr>
        <p:spPr>
          <a:xfrm>
            <a:off x="10521648" y="5608449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2" name="Graphic 15">
            <a:extLst>
              <a:ext uri="{FF2B5EF4-FFF2-40B4-BE49-F238E27FC236}">
                <a16:creationId xmlns:a16="http://schemas.microsoft.com/office/drawing/2014/main" id="{4D2D79B7-4A68-FA5E-D644-77D4216A8149}"/>
              </a:ext>
            </a:extLst>
          </p:cNvPr>
          <p:cNvSpPr/>
          <p:nvPr userDrawn="1"/>
        </p:nvSpPr>
        <p:spPr>
          <a:xfrm>
            <a:off x="1098137" y="2693558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4" name="Graphic 12">
            <a:extLst>
              <a:ext uri="{FF2B5EF4-FFF2-40B4-BE49-F238E27FC236}">
                <a16:creationId xmlns:a16="http://schemas.microsoft.com/office/drawing/2014/main" id="{09257FA7-91DE-7D44-90E4-63C9DFA962D4}"/>
              </a:ext>
            </a:extLst>
          </p:cNvPr>
          <p:cNvSpPr/>
          <p:nvPr userDrawn="1"/>
        </p:nvSpPr>
        <p:spPr>
          <a:xfrm>
            <a:off x="1306906" y="3837599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4B7933AC-77F8-5A1E-9F12-CD7683B26868}"/>
              </a:ext>
            </a:extLst>
          </p:cNvPr>
          <p:cNvSpPr/>
          <p:nvPr userDrawn="1"/>
        </p:nvSpPr>
        <p:spPr>
          <a:xfrm>
            <a:off x="653351" y="4521502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accent4">
                <a:lumMod val="50000"/>
              </a:schemeClr>
            </a:gs>
            <a:gs pos="28000">
              <a:schemeClr val="tx1"/>
            </a:gs>
            <a:gs pos="80000">
              <a:schemeClr val="accent6">
                <a:lumMod val="50000"/>
              </a:schemeClr>
            </a:gs>
            <a:gs pos="99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DE0BA61-3394-C68B-D34A-99473398C4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774B0-5C6F-338C-838B-03C1E04D0C9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49351" y="1683189"/>
            <a:ext cx="10493300" cy="5174811"/>
          </a:xfrm>
          <a:solidFill>
            <a:schemeClr val="bg2"/>
          </a:solidFill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A8728-F1AB-C74B-A3F2-19AC95C5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51" y="365125"/>
            <a:ext cx="10515600" cy="1325563"/>
          </a:xfrm>
        </p:spPr>
        <p:txBody>
          <a:bodyPr>
            <a:noAutofit/>
          </a:bodyPr>
          <a:lstStyle>
            <a:lvl1pPr algn="ctr">
              <a:defRPr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7FDD546F-3181-A2C4-3ECF-1E4540E1E8FD}"/>
              </a:ext>
            </a:extLst>
          </p:cNvPr>
          <p:cNvSpPr/>
          <p:nvPr userDrawn="1"/>
        </p:nvSpPr>
        <p:spPr>
          <a:xfrm>
            <a:off x="894937" y="2693558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97F35EB9-5535-DCD3-2424-B71C26EAE49D}"/>
              </a:ext>
            </a:extLst>
          </p:cNvPr>
          <p:cNvSpPr/>
          <p:nvPr userDrawn="1"/>
        </p:nvSpPr>
        <p:spPr>
          <a:xfrm>
            <a:off x="351350" y="4503806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588D46B-94A1-1F67-DBB5-DCEAA4A4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B30F573-4108-8909-3C0A-D2447A10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3EDBAD98-791B-7F40-4F48-85CFC9ECABBE}"/>
              </a:ext>
            </a:extLst>
          </p:cNvPr>
          <p:cNvSpPr/>
          <p:nvPr userDrawn="1"/>
        </p:nvSpPr>
        <p:spPr>
          <a:xfrm>
            <a:off x="653351" y="5192833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E3D81F90-4EAE-8C26-A885-E7B59E49164A}"/>
              </a:ext>
            </a:extLst>
          </p:cNvPr>
          <p:cNvSpPr/>
          <p:nvPr userDrawn="1"/>
        </p:nvSpPr>
        <p:spPr>
          <a:xfrm>
            <a:off x="10979909" y="1571885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gradFill flip="none" rotWithShape="1">
          <a:gsLst>
            <a:gs pos="0">
              <a:schemeClr val="accent4">
                <a:lumMod val="50000"/>
              </a:schemeClr>
            </a:gs>
            <a:gs pos="28000">
              <a:schemeClr val="tx1"/>
            </a:gs>
            <a:gs pos="80000">
              <a:schemeClr val="accent6">
                <a:lumMod val="50000"/>
              </a:schemeClr>
            </a:gs>
            <a:gs pos="99000">
              <a:schemeClr val="tx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DE0BA61-3394-C68B-D34A-99473398C4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EF5DF7BD-C87C-3543-83E0-89618195836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49349" y="1684777"/>
            <a:ext cx="10515601" cy="5171635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 rtl="0" fontAlgn="base">
              <a:defRPr lang="en-US" sz="1800" b="0" i="0" smtClean="0">
                <a:solidFill>
                  <a:schemeClr val="bg1"/>
                </a:solidFill>
                <a:effectLst/>
                <a:latin typeface="Arial Nova" panose="020B0504020202020204" pitchFamily="34" charset="0"/>
                <a:cs typeface="Arial" panose="020B0604020202020204" pitchFamily="34" charset="0"/>
              </a:defRPr>
            </a:lvl1pPr>
          </a:lstStyle>
          <a:p>
            <a:pPr rtl="0" fontAlgn="base"/>
            <a:r>
              <a:rPr lang="en-US" b="0" i="0" dirty="0">
                <a:solidFill>
                  <a:srgbClr val="201F1E"/>
                </a:solidFill>
                <a:effectLst/>
                <a:latin typeface="Calibri" panose="020F0502020204030204" pitchFamily="34" charset="0"/>
              </a:rPr>
              <a:t>Click to insert image or graphic here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A8728-F1AB-C74B-A3F2-19AC95C5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51" y="365125"/>
            <a:ext cx="10515600" cy="1325563"/>
          </a:xfrm>
        </p:spPr>
        <p:txBody>
          <a:bodyPr>
            <a:noAutofit/>
          </a:bodyPr>
          <a:lstStyle>
            <a:lvl1pPr algn="ctr">
              <a:defRPr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7FDD546F-3181-A2C4-3ECF-1E4540E1E8FD}"/>
              </a:ext>
            </a:extLst>
          </p:cNvPr>
          <p:cNvSpPr/>
          <p:nvPr userDrawn="1"/>
        </p:nvSpPr>
        <p:spPr>
          <a:xfrm>
            <a:off x="871787" y="621690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97F35EB9-5535-DCD3-2424-B71C26EAE49D}"/>
              </a:ext>
            </a:extLst>
          </p:cNvPr>
          <p:cNvSpPr/>
          <p:nvPr userDrawn="1"/>
        </p:nvSpPr>
        <p:spPr>
          <a:xfrm>
            <a:off x="351350" y="1540687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588D46B-94A1-1F67-DBB5-DCEAA4A4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B30F573-4108-8909-3C0A-D2447A10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3EDBAD98-791B-7F40-4F48-85CFC9ECABBE}"/>
              </a:ext>
            </a:extLst>
          </p:cNvPr>
          <p:cNvSpPr/>
          <p:nvPr userDrawn="1"/>
        </p:nvSpPr>
        <p:spPr>
          <a:xfrm>
            <a:off x="607054" y="1882473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E3D81F90-4EAE-8C26-A885-E7B59E49164A}"/>
              </a:ext>
            </a:extLst>
          </p:cNvPr>
          <p:cNvSpPr/>
          <p:nvPr userDrawn="1"/>
        </p:nvSpPr>
        <p:spPr>
          <a:xfrm>
            <a:off x="11685964" y="2868248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746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gradFill>
          <a:gsLst>
            <a:gs pos="79986">
              <a:schemeClr val="accent6">
                <a:lumMod val="50000"/>
              </a:schemeClr>
            </a:gs>
            <a:gs pos="39018">
              <a:srgbClr val="020C12"/>
            </a:gs>
            <a:gs pos="15000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7E44934-AEEA-561B-0ADE-A0E419F72E34}"/>
              </a:ext>
            </a:extLst>
          </p:cNvPr>
          <p:cNvSpPr/>
          <p:nvPr userDrawn="1"/>
        </p:nvSpPr>
        <p:spPr>
          <a:xfrm>
            <a:off x="0" y="4477"/>
            <a:ext cx="12192000" cy="6853523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7731F-00C5-9B08-2819-491BDD0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476BD1A-F3CD-7831-B675-4B30DB13BBB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38200" y="2234612"/>
            <a:ext cx="2743200" cy="2743200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00056BB6-6681-5F18-0707-36FF788E8B7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649398" y="1743093"/>
            <a:ext cx="4848110" cy="3833614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861960-A20F-381C-EC4B-C2A0F840B4C9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554054" y="2234612"/>
            <a:ext cx="2743200" cy="2735210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84954C9-4281-0277-452A-6BD47D8FAF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200" y="5576707"/>
            <a:ext cx="10515600" cy="61396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sp>
        <p:nvSpPr>
          <p:cNvPr id="24" name="Graphic 12">
            <a:extLst>
              <a:ext uri="{FF2B5EF4-FFF2-40B4-BE49-F238E27FC236}">
                <a16:creationId xmlns:a16="http://schemas.microsoft.com/office/drawing/2014/main" id="{19D5DAAF-67AD-0ADB-6FC2-7D9A92AE0BD0}"/>
              </a:ext>
            </a:extLst>
          </p:cNvPr>
          <p:cNvSpPr/>
          <p:nvPr userDrawn="1"/>
        </p:nvSpPr>
        <p:spPr>
          <a:xfrm>
            <a:off x="11170456" y="969148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858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38C17DA-981F-0BA8-3CD8-5ADAFFFB5412}"/>
              </a:ext>
            </a:extLst>
          </p:cNvPr>
          <p:cNvSpPr/>
          <p:nvPr userDrawn="1"/>
        </p:nvSpPr>
        <p:spPr>
          <a:xfrm>
            <a:off x="1876516" y="1290549"/>
            <a:ext cx="144379" cy="144379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848A31F-7C70-BCA2-A2B0-D6C41008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9FED265-6FB8-0B0E-967A-10AF6EF7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B7E94463-D34E-7B78-40B0-21660AE939E4}"/>
              </a:ext>
            </a:extLst>
          </p:cNvPr>
          <p:cNvSpPr/>
          <p:nvPr userDrawn="1"/>
        </p:nvSpPr>
        <p:spPr>
          <a:xfrm>
            <a:off x="688076" y="5192833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2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>
          <a:gsLst>
            <a:gs pos="82003">
              <a:schemeClr val="accent6"/>
            </a:gs>
            <a:gs pos="39982">
              <a:srgbClr val="020D13"/>
            </a:gs>
            <a:gs pos="14000">
              <a:schemeClr val="accent4">
                <a:lumMod val="50000"/>
              </a:schemeClr>
            </a:gs>
            <a:gs pos="0">
              <a:schemeClr val="accent4"/>
            </a:gs>
            <a:gs pos="98000">
              <a:schemeClr val="tx2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32CE5E0-A271-3F02-95B0-2A27489DE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</a:blip>
          <a:srcRect l="30375" t="11383" b="18991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effectLst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4AEACF2-BE4A-08C5-F323-8ED695B39E0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F52F7-0472-2EF4-1223-1785705A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51" y="365125"/>
            <a:ext cx="10515600" cy="1325563"/>
          </a:xfrm>
        </p:spPr>
        <p:txBody>
          <a:bodyPr>
            <a:noAutofit/>
          </a:bodyPr>
          <a:lstStyle>
            <a:lvl1pPr algn="ctr">
              <a:defRPr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A5F4FEA-EFFD-2913-9734-00CA69A215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1494453" y="2057399"/>
            <a:ext cx="6430348" cy="3352163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9156B9-9B42-6D12-4F4C-6DA6A98B333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324850" y="2055812"/>
            <a:ext cx="2373313" cy="3353751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Graphic 15">
            <a:extLst>
              <a:ext uri="{FF2B5EF4-FFF2-40B4-BE49-F238E27FC236}">
                <a16:creationId xmlns:a16="http://schemas.microsoft.com/office/drawing/2014/main" id="{0F80B8C5-F10F-2547-E085-FA5D266DDF76}"/>
              </a:ext>
            </a:extLst>
          </p:cNvPr>
          <p:cNvSpPr/>
          <p:nvPr userDrawn="1"/>
        </p:nvSpPr>
        <p:spPr>
          <a:xfrm>
            <a:off x="1098137" y="2693558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38898B79-1550-A6AC-FE9B-CBDD2DDE9EB0}"/>
              </a:ext>
            </a:extLst>
          </p:cNvPr>
          <p:cNvSpPr/>
          <p:nvPr userDrawn="1"/>
        </p:nvSpPr>
        <p:spPr>
          <a:xfrm>
            <a:off x="1225881" y="4503806"/>
            <a:ext cx="100584" cy="100584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89F2857-55B5-64B7-59A5-3B565E8D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B702CC53-A6C1-26BA-DC75-CF9EF670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55D287F0-FA0C-5618-47B9-31AC978549CC}"/>
              </a:ext>
            </a:extLst>
          </p:cNvPr>
          <p:cNvSpPr/>
          <p:nvPr userDrawn="1"/>
        </p:nvSpPr>
        <p:spPr>
          <a:xfrm>
            <a:off x="11404163" y="4375790"/>
            <a:ext cx="128016" cy="12801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61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437FDA18-E199-E2F6-264B-D9B6E241E574}"/>
              </a:ext>
            </a:extLst>
          </p:cNvPr>
          <p:cNvSpPr/>
          <p:nvPr userDrawn="1"/>
        </p:nvSpPr>
        <p:spPr>
          <a:xfrm>
            <a:off x="653351" y="5192833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22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14">
            <a:extLst>
              <a:ext uri="{FF2B5EF4-FFF2-40B4-BE49-F238E27FC236}">
                <a16:creationId xmlns:a16="http://schemas.microsoft.com/office/drawing/2014/main" id="{BD0D7128-6130-EE47-90ED-D45A35B438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7000"/>
                    </a14:imgEffect>
                  </a14:imgLayer>
                </a14:imgProps>
              </a:ext>
            </a:extLst>
          </a:blip>
          <a:srcRect t="185" b="185"/>
          <a:stretch/>
        </p:blipFill>
        <p:spPr>
          <a:xfrm>
            <a:off x="-6228" y="3074"/>
            <a:ext cx="12192000" cy="6854926"/>
          </a:xfrm>
          <a:prstGeom prst="rect">
            <a:avLst/>
          </a:prstGeom>
        </p:spPr>
      </p:pic>
      <p:pic>
        <p:nvPicPr>
          <p:cNvPr id="6" name="Content Placeholder 14">
            <a:extLst>
              <a:ext uri="{FF2B5EF4-FFF2-40B4-BE49-F238E27FC236}">
                <a16:creationId xmlns:a16="http://schemas.microsoft.com/office/drawing/2014/main" id="{14AC0A97-7D79-3DBE-FB53-A9EBFD806E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51" t="2692" r="49052" b="2173"/>
          <a:stretch/>
        </p:blipFill>
        <p:spPr>
          <a:xfrm>
            <a:off x="4459945" y="-6350"/>
            <a:ext cx="7732295" cy="68538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94206CF-1482-CF6D-D783-1BB21E6F679A}"/>
              </a:ext>
            </a:extLst>
          </p:cNvPr>
          <p:cNvSpPr/>
          <p:nvPr userDrawn="1"/>
        </p:nvSpPr>
        <p:spPr>
          <a:xfrm>
            <a:off x="5698" y="0"/>
            <a:ext cx="6085171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79405F-38DE-C05D-5E87-4D38F54C79B4}"/>
              </a:ext>
            </a:extLst>
          </p:cNvPr>
          <p:cNvCxnSpPr>
            <a:cxnSpLocks/>
          </p:cNvCxnSpPr>
          <p:nvPr userDrawn="1"/>
        </p:nvCxnSpPr>
        <p:spPr>
          <a:xfrm>
            <a:off x="-12590" y="3125038"/>
            <a:ext cx="480404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C904D88-E1BE-F1FA-D405-F55DA966DA84}"/>
              </a:ext>
            </a:extLst>
          </p:cNvPr>
          <p:cNvSpPr/>
          <p:nvPr userDrawn="1"/>
        </p:nvSpPr>
        <p:spPr>
          <a:xfrm>
            <a:off x="705405" y="1144246"/>
            <a:ext cx="126770" cy="126770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371" y="1562944"/>
            <a:ext cx="3767257" cy="1358678"/>
          </a:xfrm>
        </p:spPr>
        <p:txBody>
          <a:bodyPr anchor="b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4BA031E-69C2-025F-5A62-37A61D3D5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6371" y="3426703"/>
            <a:ext cx="3767257" cy="26168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A6CCC38-0DC7-93AB-5678-4FB88CE97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15ED02F-D1E1-9C00-BD42-A95D595E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1D8F0816-C429-D32E-058B-33405874DFA7}"/>
              </a:ext>
            </a:extLst>
          </p:cNvPr>
          <p:cNvSpPr/>
          <p:nvPr userDrawn="1"/>
        </p:nvSpPr>
        <p:spPr>
          <a:xfrm>
            <a:off x="468157" y="1963496"/>
            <a:ext cx="45719" cy="3778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9071"/>
            </a:schemeClr>
          </a:solidFill>
          <a:ln w="42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Scientific findings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1" r:id="rId2"/>
    <p:sldLayoutId id="2147483667" r:id="rId3"/>
    <p:sldLayoutId id="2147483658" r:id="rId4"/>
    <p:sldLayoutId id="2147483664" r:id="rId5"/>
    <p:sldLayoutId id="2147483650" r:id="rId6"/>
    <p:sldLayoutId id="2147483666" r:id="rId7"/>
    <p:sldLayoutId id="2147483659" r:id="rId8"/>
    <p:sldLayoutId id="2147483660" r:id="rId9"/>
    <p:sldLayoutId id="2147483663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yasenstar/Learn_SPARQL" TargetMode="External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www.youtube.com/playlist?list=PL6DEHvciXKeUx4P32B3hKMK1t6mC8Rhs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V1_R4XQZDY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arklize.blogspot.com/2014/05/iri-uri-url-and-urn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Learn_SPARQ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.org/TR/xmlschema11-2/#datatype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3c.github.io/sparql-concepts/spec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2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2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2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2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2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2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2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2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2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2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2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2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2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2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2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2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2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2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png"/><Relationship Id="rId4" Type="http://schemas.openxmlformats.org/officeDocument/2006/relationships/image" Target="../media/image2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2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2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2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2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2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2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2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2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png"/><Relationship Id="rId4" Type="http://schemas.openxmlformats.org/officeDocument/2006/relationships/image" Target="../media/image2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2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2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png"/><Relationship Id="rId4" Type="http://schemas.openxmlformats.org/officeDocument/2006/relationships/image" Target="../media/image2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2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7.png"/><Relationship Id="rId4" Type="http://schemas.openxmlformats.org/officeDocument/2006/relationships/image" Target="../media/image2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2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2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2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1.png"/><Relationship Id="rId4" Type="http://schemas.openxmlformats.org/officeDocument/2006/relationships/image" Target="../media/image2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2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3.png"/><Relationship Id="rId4" Type="http://schemas.openxmlformats.org/officeDocument/2006/relationships/image" Target="../media/image2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png"/><Relationship Id="rId4" Type="http://schemas.openxmlformats.org/officeDocument/2006/relationships/image" Target="../media/image2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2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png"/><Relationship Id="rId4" Type="http://schemas.openxmlformats.org/officeDocument/2006/relationships/image" Target="../media/image2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yasenstar/Learn_SPARQ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CD62C-BB28-53CC-87C1-B877F49933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237288"/>
            <a:ext cx="4114800" cy="365125"/>
          </a:xfrm>
        </p:spPr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008EE-45C7-18F4-DB98-0468C53CC81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D5B384-37CF-594C-DBC8-D3C2659F36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300411" y="552794"/>
            <a:ext cx="9591177" cy="5311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30CF84-4208-607E-C107-01CA60C802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462272" y="1369568"/>
            <a:ext cx="4729734" cy="38442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150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18118"/>
            <a:ext cx="6158753" cy="1323440"/>
          </a:xfrm>
        </p:spPr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3049822"/>
            <a:ext cx="6158752" cy="781119"/>
          </a:xfrm>
        </p:spPr>
        <p:txBody>
          <a:bodyPr/>
          <a:lstStyle/>
          <a:p>
            <a:r>
              <a:rPr lang="en-US" b="1" dirty="0"/>
              <a:t>SPARQL</a:t>
            </a:r>
          </a:p>
          <a:p>
            <a:r>
              <a:rPr lang="en-US" spc="0" dirty="0"/>
              <a:t>(opening &amp; intro)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DCA66-AFF2-6563-D886-02501959F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Author: Bob DuCharme</a:t>
            </a:r>
          </a:p>
          <a:p>
            <a:endParaRPr lang="en-US" dirty="0"/>
          </a:p>
          <a:p>
            <a:pPr algn="l"/>
            <a:r>
              <a:rPr lang="en-US" sz="2400" dirty="0"/>
              <a:t>Xiaoqi Zhao,</a:t>
            </a:r>
            <a:r>
              <a:rPr lang="zh-CN" altLang="en-US" sz="2400" dirty="0"/>
              <a:t> </a:t>
            </a:r>
            <a:r>
              <a:rPr lang="en-US" altLang="zh-CN" sz="2400" dirty="0"/>
              <a:t>GitHub:</a:t>
            </a:r>
            <a:r>
              <a:rPr lang="zh-CN" altLang="en-US" sz="2400" dirty="0"/>
              <a:t> </a:t>
            </a:r>
            <a:r>
              <a:rPr lang="en-US" altLang="zh-CN" sz="2400" dirty="0">
                <a:hlinkClick r:id="rId2"/>
              </a:rPr>
              <a:t>https://github.com/yasenstar/Learn_SPARQL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774CA-AF0E-0DE7-C0AC-70EE23C7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686" y="1088354"/>
            <a:ext cx="3107605" cy="409638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48E5E7-E1DD-82CC-CD89-B24EA82D5A90}"/>
              </a:ext>
            </a:extLst>
          </p:cNvPr>
          <p:cNvSpPr txBox="1">
            <a:spLocks/>
          </p:cNvSpPr>
          <p:nvPr/>
        </p:nvSpPr>
        <p:spPr>
          <a:xfrm>
            <a:off x="0" y="9622"/>
            <a:ext cx="1415971" cy="6461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dirty="0"/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24D9-D122-BC5B-BE13-4793642B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&amp; Intro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A6C4CD-2BF9-AE0F-45BF-6E06E252F06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1800" dirty="0"/>
              <a:t>About the Book</a:t>
            </a:r>
          </a:p>
          <a:p>
            <a:r>
              <a:rPr lang="en-US" sz="1800" dirty="0"/>
              <a:t>Learning Notes and Practical Code – GitHub (&amp; Gitee)</a:t>
            </a:r>
          </a:p>
          <a:p>
            <a:pPr lvl="1"/>
            <a:r>
              <a:rPr lang="en-US" sz="1800" dirty="0">
                <a:hlinkClick r:id="rId2"/>
              </a:rPr>
              <a:t>https://github.com/yasenstar/Learn_SPARQL</a:t>
            </a:r>
            <a:endParaRPr lang="en-US" sz="1800" dirty="0"/>
          </a:p>
          <a:p>
            <a:pPr lvl="1"/>
            <a:r>
              <a:rPr lang="en-US" sz="1800" dirty="0">
                <a:hlinkClick r:id="rId3"/>
              </a:rPr>
              <a:t>https://gitee.com/yasenstar/Learn_SPARQL</a:t>
            </a:r>
            <a:endParaRPr lang="en-US" sz="1800" dirty="0"/>
          </a:p>
          <a:p>
            <a:r>
              <a:rPr lang="en-US" sz="1800" dirty="0"/>
              <a:t>Mindmap – by </a:t>
            </a:r>
            <a:r>
              <a:rPr lang="en-US" sz="1800" dirty="0" err="1"/>
              <a:t>FreePlane</a:t>
            </a:r>
            <a:endParaRPr lang="en-US" sz="1800" dirty="0"/>
          </a:p>
          <a:p>
            <a:r>
              <a:rPr lang="en-US" sz="1800" dirty="0"/>
              <a:t>Video series – to be added to YouTube (and others)</a:t>
            </a:r>
          </a:p>
          <a:p>
            <a:r>
              <a:rPr lang="en-US" sz="1800" dirty="0"/>
              <a:t>Reference Videos: </a:t>
            </a:r>
            <a:r>
              <a:rPr lang="en-US" sz="1800" dirty="0">
                <a:hlinkClick r:id="rId4"/>
              </a:rPr>
              <a:t>Ontology Practice – pizza.owl by Protege</a:t>
            </a:r>
            <a:endParaRPr lang="en-U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FE6AD-F6CE-54B2-7DB7-BD785DBA0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0991A-2E8A-30A2-1221-E7C44E68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BC21B9-982F-55E0-AB1E-5EAEB9964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758" y="1283736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A42009-E498-AD43-7ED0-4B554D0C4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868" y="3688314"/>
            <a:ext cx="3333750" cy="1885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700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1AB9C9-CDD4-5D61-7314-418282CCA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101" y="563643"/>
            <a:ext cx="4831667" cy="5675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363"/>
            <a:ext cx="7333129" cy="1323440"/>
          </a:xfrm>
        </p:spPr>
        <p:txBody>
          <a:bodyPr/>
          <a:lstStyle/>
          <a:p>
            <a:r>
              <a:rPr lang="en-US" sz="4800" spc="0" dirty="0"/>
              <a:t>00- Preface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781119"/>
          </a:xfrm>
        </p:spPr>
        <p:txBody>
          <a:bodyPr/>
          <a:lstStyle/>
          <a:p>
            <a:r>
              <a:rPr lang="en-US" sz="3600" spc="0" dirty="0"/>
              <a:t>Why SPARQL and Resources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7602071" y="618565"/>
            <a:ext cx="4285149" cy="1909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0F7F9B-B8BA-E1EA-4F1A-E8FFDAFEEF6A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415971" cy="6461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dirty="0"/>
              <a:t>002</a:t>
            </a:r>
          </a:p>
        </p:txBody>
      </p:sp>
    </p:spTree>
    <p:extLst>
      <p:ext uri="{BB962C8B-B14F-4D97-AF65-F5344CB8AC3E}">
        <p14:creationId xmlns:p14="http://schemas.microsoft.com/office/powerpoint/2010/main" val="224903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363"/>
            <a:ext cx="7333129" cy="1323440"/>
          </a:xfrm>
        </p:spPr>
        <p:txBody>
          <a:bodyPr/>
          <a:lstStyle/>
          <a:p>
            <a:r>
              <a:rPr lang="en-US" sz="4800" spc="0" dirty="0"/>
              <a:t>01- Jumping Right 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781119"/>
          </a:xfrm>
        </p:spPr>
        <p:txBody>
          <a:bodyPr/>
          <a:lstStyle/>
          <a:p>
            <a:r>
              <a:rPr lang="en-US" sz="3600" spc="0" dirty="0"/>
              <a:t>Initial Data Query and Jena (ARQ) Tool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F6F34F-4D93-A0C0-9CE0-84CEE02DF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294" y="718124"/>
            <a:ext cx="4686474" cy="5297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9403976" y="1030941"/>
            <a:ext cx="2142565" cy="5737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415971" cy="6461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dirty="0"/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167979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363"/>
            <a:ext cx="7333129" cy="1323440"/>
          </a:xfrm>
        </p:spPr>
        <p:txBody>
          <a:bodyPr/>
          <a:lstStyle/>
          <a:p>
            <a:r>
              <a:rPr lang="en-US" sz="4800" spc="0" dirty="0"/>
              <a:t>01- Jumping Right 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781119"/>
          </a:xfrm>
        </p:spPr>
        <p:txBody>
          <a:bodyPr/>
          <a:lstStyle/>
          <a:p>
            <a:r>
              <a:rPr lang="en-US" sz="3600" spc="0" dirty="0"/>
              <a:t>Initial Data Query (cont.)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F6F34F-4D93-A0C0-9CE0-84CEE02DF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294" y="718124"/>
            <a:ext cx="4686474" cy="5297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9403976" y="1320800"/>
            <a:ext cx="2142565" cy="283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415971" cy="6461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dirty="0"/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416251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363"/>
            <a:ext cx="7333129" cy="1323440"/>
          </a:xfrm>
        </p:spPr>
        <p:txBody>
          <a:bodyPr/>
          <a:lstStyle/>
          <a:p>
            <a:r>
              <a:rPr lang="en-US" sz="4800" spc="0" dirty="0"/>
              <a:t>01- Jumping Right 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spc="0" dirty="0"/>
              <a:t>Initial Data Query (cont.): use Protégé to Query Data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F6F34F-4D93-A0C0-9CE0-84CEE02DF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294" y="718124"/>
            <a:ext cx="4686474" cy="5297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9403976" y="1320800"/>
            <a:ext cx="2142565" cy="283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005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8A4C2-670B-9506-C350-A6184A562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469" y="1739216"/>
            <a:ext cx="2152913" cy="739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987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363"/>
            <a:ext cx="7333129" cy="1323440"/>
          </a:xfrm>
        </p:spPr>
        <p:txBody>
          <a:bodyPr/>
          <a:lstStyle/>
          <a:p>
            <a:r>
              <a:rPr lang="en-US" sz="4800" spc="0" dirty="0"/>
              <a:t>01- Jumping Right 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More Realistic Data and Matching on Multiple Triples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006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4B3BFA-E8DD-1622-FE62-4A6A89AA5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17" y="1990164"/>
            <a:ext cx="4856381" cy="37979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9592234" y="3539827"/>
            <a:ext cx="2182364" cy="5032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87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EBBA84-FB69-A6E9-439C-37E5E39D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654" y="1496896"/>
            <a:ext cx="5025946" cy="4519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363"/>
            <a:ext cx="7333129" cy="1323440"/>
          </a:xfrm>
        </p:spPr>
        <p:txBody>
          <a:bodyPr/>
          <a:lstStyle/>
          <a:p>
            <a:r>
              <a:rPr lang="en-US" sz="4800" spc="0" dirty="0"/>
              <a:t>01- Jumping Right 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01.04 Searching for Strings</a:t>
            </a:r>
          </a:p>
          <a:p>
            <a:r>
              <a:rPr lang="en-US" sz="3600" b="1" spc="0" dirty="0">
                <a:solidFill>
                  <a:srgbClr val="FFFF00"/>
                </a:solidFill>
              </a:rPr>
              <a:t>01.05 What Could Go Wrong?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007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9592234" y="3791454"/>
            <a:ext cx="2182364" cy="7626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96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F3E506-5A79-3A21-612B-93AAFD2FE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646" y="1157526"/>
            <a:ext cx="4874848" cy="4283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363"/>
            <a:ext cx="7333129" cy="1323440"/>
          </a:xfrm>
        </p:spPr>
        <p:txBody>
          <a:bodyPr/>
          <a:lstStyle/>
          <a:p>
            <a:r>
              <a:rPr lang="en-US" sz="4800" spc="0" dirty="0"/>
              <a:t>01- Jumping Right 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01.06 Querying Public Data Source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9341221" y="4092328"/>
            <a:ext cx="2725273" cy="5032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81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86F98B-C90C-BC49-DCD2-B61AC32D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94" y="1819835"/>
            <a:ext cx="4948518" cy="4007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7333129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02.01 What is Semantic Web?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8525434" y="1833222"/>
            <a:ext cx="3558989" cy="390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13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C7444C2-961D-388D-8F9B-E5F2F4D90E11}"/>
              </a:ext>
            </a:extLst>
          </p:cNvPr>
          <p:cNvPicPr>
            <a:picLocks noGrp="1" noChangeAspect="1"/>
          </p:cNvPicPr>
          <p:nvPr>
            <p:ph sz="quarter" idx="25"/>
          </p:nvPr>
        </p:nvPicPr>
        <p:blipFill>
          <a:blip r:embed="rId2"/>
          <a:stretch>
            <a:fillRect/>
          </a:stretch>
        </p:blipFill>
        <p:spPr>
          <a:xfrm>
            <a:off x="2057515" y="1062037"/>
            <a:ext cx="8013455" cy="517525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CB676DA-5C33-A31E-9F7A-FC3F399D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51" y="365125"/>
            <a:ext cx="10515600" cy="549275"/>
          </a:xfrm>
        </p:spPr>
        <p:txBody>
          <a:bodyPr/>
          <a:lstStyle/>
          <a:p>
            <a:r>
              <a:rPr lang="en-US" dirty="0"/>
              <a:t>The Semantic Web Technology Stack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E6056-B35C-35D9-7E8C-E5180ADD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CC56-1109-5483-02E8-ADFC5C0F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F90287-7853-DD7A-FF29-B82CAFFC258C}"/>
              </a:ext>
            </a:extLst>
          </p:cNvPr>
          <p:cNvSpPr txBox="1"/>
          <p:nvPr/>
        </p:nvSpPr>
        <p:spPr>
          <a:xfrm>
            <a:off x="4231341" y="6419849"/>
            <a:ext cx="278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en-US" dirty="0" err="1">
                <a:solidFill>
                  <a:schemeClr val="bg1"/>
                </a:solidFill>
              </a:rPr>
              <a:t>OpenHPI</a:t>
            </a:r>
            <a:r>
              <a:rPr lang="en-US" dirty="0">
                <a:solidFill>
                  <a:schemeClr val="bg1"/>
                </a:solidFill>
              </a:rPr>
              <a:t> training</a:t>
            </a:r>
          </a:p>
        </p:txBody>
      </p:sp>
    </p:spTree>
    <p:extLst>
      <p:ext uri="{BB962C8B-B14F-4D97-AF65-F5344CB8AC3E}">
        <p14:creationId xmlns:p14="http://schemas.microsoft.com/office/powerpoint/2010/main" val="3445957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9B144EA-F6EA-4610-CC86-C4928BE0CA00}"/>
              </a:ext>
            </a:extLst>
          </p:cNvPr>
          <p:cNvPicPr>
            <a:picLocks noGrp="1" noChangeAspect="1"/>
          </p:cNvPicPr>
          <p:nvPr>
            <p:ph sz="quarter" idx="25"/>
          </p:nvPr>
        </p:nvPicPr>
        <p:blipFill>
          <a:blip r:embed="rId2"/>
          <a:stretch>
            <a:fillRect/>
          </a:stretch>
        </p:blipFill>
        <p:spPr>
          <a:xfrm>
            <a:off x="1366201" y="1598636"/>
            <a:ext cx="9459598" cy="46275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9F0E89-1827-BA1A-1928-7885FFCB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Airline Reservation System</a:t>
            </a:r>
            <a:br>
              <a:rPr lang="en-US" dirty="0"/>
            </a:br>
            <a:r>
              <a:rPr lang="en-US" sz="3600" dirty="0"/>
              <a:t>– Sample Architecture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33A85-E957-5EE1-17B8-81178404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2855C-78F4-598C-CFF0-FB997C69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7618B-EFA1-8502-346D-379ABAA73433}"/>
              </a:ext>
            </a:extLst>
          </p:cNvPr>
          <p:cNvSpPr txBox="1"/>
          <p:nvPr/>
        </p:nvSpPr>
        <p:spPr>
          <a:xfrm>
            <a:off x="4231341" y="6419849"/>
            <a:ext cx="6312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https://www.youtube.com/watch?v=bV1_R4XQZDY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31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6437F2-1890-0E40-E359-13EEC71E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Data – 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50CF0-6BB9-0181-42F1-88CBB57B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Scientific findings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602DA-8B42-4165-7B31-A9130225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26" name="Picture 2" descr="Schemas &gt;&gt; Schema.org &gt;&gt; Take Your Website to a New Level with Schema…">
            <a:extLst>
              <a:ext uri="{FF2B5EF4-FFF2-40B4-BE49-F238E27FC236}">
                <a16:creationId xmlns:a16="http://schemas.microsoft.com/office/drawing/2014/main" id="{CB10E0DE-ECEB-B6AB-D222-D7B057B5858E}"/>
              </a:ext>
            </a:extLst>
          </p:cNvPr>
          <p:cNvPicPr>
            <a:picLocks noGrp="1" noChangeAspect="1" noChangeArrowheads="1"/>
          </p:cNvPicPr>
          <p:nvPr>
            <p:ph sz="quarter" idx="2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84" y="1690688"/>
            <a:ext cx="4559332" cy="342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5DE2BD-8013-6D91-0B0E-C1A3C60E7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92" y="1690688"/>
            <a:ext cx="4564096" cy="342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3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86F98B-C90C-BC49-DCD2-B61AC32D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94" y="1819835"/>
            <a:ext cx="4948518" cy="4007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7333129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02.02 URLs, URIs, IRIs, and Namespaces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8525434" y="2169458"/>
            <a:ext cx="3558989" cy="421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16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6437F2-1890-0E40-E359-13EEC71E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Relationship: URL/URN, URI, IRI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50CF0-6BB9-0181-42F1-88CBB57B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Scientific findings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602DA-8B42-4165-7B31-A9130225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3854D3E-CB53-CB2C-653B-05DB9B4B66CD}"/>
              </a:ext>
            </a:extLst>
          </p:cNvPr>
          <p:cNvPicPr>
            <a:picLocks noGrp="1" noChangeAspect="1"/>
          </p:cNvPicPr>
          <p:nvPr>
            <p:ph sz="quarter" idx="25"/>
          </p:nvPr>
        </p:nvPicPr>
        <p:blipFill>
          <a:blip r:embed="rId2"/>
          <a:stretch>
            <a:fillRect/>
          </a:stretch>
        </p:blipFill>
        <p:spPr>
          <a:xfrm>
            <a:off x="531144" y="2197030"/>
            <a:ext cx="4752975" cy="160617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B3A56F-EA9C-806E-1058-A741C2D9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858" y="1573621"/>
            <a:ext cx="4819650" cy="304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816353-3A61-2863-C0A3-A0090B18CB54}"/>
              </a:ext>
            </a:extLst>
          </p:cNvPr>
          <p:cNvSpPr txBox="1"/>
          <p:nvPr/>
        </p:nvSpPr>
        <p:spPr>
          <a:xfrm>
            <a:off x="531144" y="1782028"/>
            <a:ext cx="2338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Structure of the URL: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D596C42-B4A8-33FF-C19A-3A18823E51B0}"/>
              </a:ext>
            </a:extLst>
          </p:cNvPr>
          <p:cNvSpPr/>
          <p:nvPr/>
        </p:nvSpPr>
        <p:spPr>
          <a:xfrm>
            <a:off x="5674659" y="3000118"/>
            <a:ext cx="421341" cy="4288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6B7A6-6ABD-1957-00A9-87E3203A0ACA}"/>
              </a:ext>
            </a:extLst>
          </p:cNvPr>
          <p:cNvSpPr txBox="1"/>
          <p:nvPr/>
        </p:nvSpPr>
        <p:spPr>
          <a:xfrm>
            <a:off x="6372858" y="4823745"/>
            <a:ext cx="4752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URL: Uniform Resource Locator</a:t>
            </a:r>
          </a:p>
          <a:p>
            <a:r>
              <a:rPr lang="en-US" dirty="0">
                <a:solidFill>
                  <a:schemeClr val="bg1"/>
                </a:solidFill>
              </a:rPr>
              <a:t>URN: Universal Resource Names</a:t>
            </a:r>
          </a:p>
          <a:p>
            <a:r>
              <a:rPr lang="en-US" dirty="0">
                <a:solidFill>
                  <a:schemeClr val="bg1"/>
                </a:solidFill>
              </a:rPr>
              <a:t>URI: Uniform Resource Identifier</a:t>
            </a:r>
          </a:p>
          <a:p>
            <a:r>
              <a:rPr lang="en-US" dirty="0">
                <a:solidFill>
                  <a:schemeClr val="bg1"/>
                </a:solidFill>
              </a:rPr>
              <a:t>IRI: Internationalized Resource Identifier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320B63-8708-922D-0A9A-8F2577F5E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18" y="3910584"/>
            <a:ext cx="385762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22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36C4AC-D983-EA52-CE5F-E7A17A707B40}"/>
              </a:ext>
            </a:extLst>
          </p:cNvPr>
          <p:cNvPicPr>
            <a:picLocks noGrp="1" noChangeAspect="1"/>
          </p:cNvPicPr>
          <p:nvPr>
            <p:ph sz="quarter" idx="25"/>
          </p:nvPr>
        </p:nvPicPr>
        <p:blipFill>
          <a:blip r:embed="rId2"/>
          <a:stretch>
            <a:fillRect/>
          </a:stretch>
        </p:blipFill>
        <p:spPr>
          <a:xfrm>
            <a:off x="591111" y="2151622"/>
            <a:ext cx="6115050" cy="300037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1F7C149-736A-0162-9FFC-51A46112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Story: IRI, URI, URL and URN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D0F5C-F1B9-829A-E0CF-A0A15160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Scientific findings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DC498-22DE-0CB2-E237-DA47459E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B2854-9345-1C27-2C91-A962173DF521}"/>
              </a:ext>
            </a:extLst>
          </p:cNvPr>
          <p:cNvSpPr txBox="1"/>
          <p:nvPr/>
        </p:nvSpPr>
        <p:spPr>
          <a:xfrm>
            <a:off x="6938467" y="2052265"/>
            <a:ext cx="475297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URL: Uniform Resource Locator, usually using specific protocols to locate resource within World Wide Web is the most common type of URI.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URN: Universal Resource Names, one of the URI type with </a:t>
            </a:r>
            <a:r>
              <a:rPr lang="en-US" dirty="0" err="1">
                <a:solidFill>
                  <a:schemeClr val="bg1"/>
                </a:solidFill>
              </a:rPr>
              <a:t>urn:scheme</a:t>
            </a:r>
            <a:r>
              <a:rPr lang="en-US" dirty="0">
                <a:solidFill>
                  <a:schemeClr val="bg1"/>
                </a:solidFill>
              </a:rPr>
              <a:t> and the typical use example is ISBN system.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URI: Uniform Resource Identifier, includes URL and URN.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IRI: Internationalized Resource Identifier, compare to URI, it's characters are Unicode which means including Chinese, Japanese and Koreans etc.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998D9-9E8A-1F13-BB23-BCC481BB9D0C}"/>
              </a:ext>
            </a:extLst>
          </p:cNvPr>
          <p:cNvSpPr txBox="1"/>
          <p:nvPr/>
        </p:nvSpPr>
        <p:spPr>
          <a:xfrm>
            <a:off x="2832847" y="6402510"/>
            <a:ext cx="678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Source: </a:t>
            </a:r>
            <a:r>
              <a:rPr lang="en-US" i="1" dirty="0">
                <a:solidFill>
                  <a:schemeClr val="bg1"/>
                </a:solidFill>
                <a:hlinkClick r:id="rId3"/>
              </a:rPr>
              <a:t>https://parklize.blogspot.com/2014/05/iri-uri-url-and-urn.html</a:t>
            </a:r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053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86F98B-C90C-BC49-DCD2-B61AC32D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94" y="1819835"/>
            <a:ext cx="4948518" cy="4007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7333129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02.03 Resource Description Framework (RDF) - 1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8525434" y="2541723"/>
            <a:ext cx="3558989" cy="246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03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86F98B-C90C-BC49-DCD2-B61AC32D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94" y="1819835"/>
            <a:ext cx="4948518" cy="4007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7333129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02.03 Resource Description Framework (RDF) - 2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8525434" y="2712201"/>
            <a:ext cx="3558989" cy="246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97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86F98B-C90C-BC49-DCD2-B61AC32D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94" y="1819835"/>
            <a:ext cx="4948518" cy="4007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7333129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02.03 RDF – 3 – Data Typing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77454" y="5108935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013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686B3A-CD92-8547-E81F-A8071B2A5D87}"/>
              </a:ext>
            </a:extLst>
          </p:cNvPr>
          <p:cNvSpPr/>
          <p:nvPr/>
        </p:nvSpPr>
        <p:spPr>
          <a:xfrm>
            <a:off x="10103224" y="2913529"/>
            <a:ext cx="1981199" cy="251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84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22A678A-5D36-8835-9A40-4B915F1F0D43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4069598379"/>
              </p:ext>
            </p:extLst>
          </p:nvPr>
        </p:nvGraphicFramePr>
        <p:xfrm>
          <a:off x="259977" y="1682750"/>
          <a:ext cx="5692588" cy="3400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5E843362-D9BD-2BDD-335B-8284ADEB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51" y="365125"/>
            <a:ext cx="3982625" cy="1325563"/>
          </a:xfrm>
        </p:spPr>
        <p:txBody>
          <a:bodyPr/>
          <a:lstStyle/>
          <a:p>
            <a:r>
              <a:rPr lang="en-US" dirty="0"/>
              <a:t>Triple in RDF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DFA82-BA50-ED2A-4DBA-6E79EBD8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179AD-2586-448D-BF96-484C1473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7A9A7-46F4-7A4E-C393-F1FAAB47F0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288" y="89648"/>
            <a:ext cx="5121189" cy="6660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hlinkClick r:id="rId8"/>
            <a:extLst>
              <a:ext uri="{FF2B5EF4-FFF2-40B4-BE49-F238E27FC236}">
                <a16:creationId xmlns:a16="http://schemas.microsoft.com/office/drawing/2014/main" id="{2CC9551E-1C0D-2AFC-BEEC-AD5CF80685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440" y="4909596"/>
            <a:ext cx="4229662" cy="1015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9534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7333129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02.03 RDF – 4 – Making RDF More Readable with Language Tags and Labels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926960" y="6112502"/>
            <a:ext cx="6589512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1676871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5400" dirty="0"/>
              <a:t>014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71564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9BCD31-1E5A-02FE-F65F-71391433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7294" y="1766047"/>
            <a:ext cx="4984375" cy="4044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1841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7333129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02.03 RDF – 5 – Blank Nodes and Why They're Useful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501153" y="6112502"/>
            <a:ext cx="5647766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000" dirty="0"/>
              <a:t>015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7" y="6278346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CDA4A1-71ED-5A0D-C8F6-AD34C9A7F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644" y="1900517"/>
            <a:ext cx="5109885" cy="3711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6788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30149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7037291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02.03 RDF – </a:t>
            </a:r>
          </a:p>
          <a:p>
            <a:r>
              <a:rPr lang="en-US" sz="3600" b="1" spc="0" dirty="0">
                <a:solidFill>
                  <a:srgbClr val="FFFF00"/>
                </a:solidFill>
              </a:rPr>
              <a:t>6 – Named Graphs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501153" y="6112502"/>
            <a:ext cx="5647766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7" y="6278346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15825-5D00-4112-A999-D2C36D7C8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529" y="1649506"/>
            <a:ext cx="5360895" cy="3719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4568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8615" y="1311715"/>
            <a:ext cx="6883442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02.04 Reusing and Creating Vocabularies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501153" y="6112502"/>
            <a:ext cx="5647766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266749" cy="10669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8000" dirty="0"/>
              <a:t>017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7" y="6278346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6263DD-9F89-E47E-3B16-76C6AB261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139" y="2378634"/>
            <a:ext cx="8513120" cy="3644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3447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8615" y="1311715"/>
            <a:ext cx="6883442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02.05 Linked Data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501153" y="5946657"/>
            <a:ext cx="5647766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018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7" y="6278346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C592C6-206A-B36F-DEA5-C278B1137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670" y="2142223"/>
            <a:ext cx="5895975" cy="3314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1AEF23-A9AA-DB5A-75DE-8153D95E1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2729" y="2706476"/>
            <a:ext cx="4123765" cy="2422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01642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449372-9E0F-ED44-7BFF-5A252DEE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085" y="245948"/>
            <a:ext cx="9079123" cy="752284"/>
          </a:xfrm>
        </p:spPr>
        <p:txBody>
          <a:bodyPr anchor="ctr"/>
          <a:lstStyle/>
          <a:p>
            <a:r>
              <a:rPr lang="en-US" dirty="0"/>
              <a:t>Four Principles of Linked Data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A85062-0C23-8B38-1404-E1E976E5E9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52160" y="1170432"/>
            <a:ext cx="5979825" cy="5218176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ym typeface="Wingdings" panose="05000000000000000000" pitchFamily="2" charset="2"/>
              </a:rPr>
              <a:t>Five-Star Linked Open</a:t>
            </a:r>
            <a:r>
              <a:rPr lang="zh-CN" altLang="en-US" sz="1800" b="1" dirty="0">
                <a:sym typeface="Wingdings" panose="05000000000000000000" pitchFamily="2" charset="2"/>
              </a:rPr>
              <a:t> </a:t>
            </a:r>
            <a:r>
              <a:rPr lang="en-US" altLang="zh-CN" sz="1800" b="1" dirty="0">
                <a:sym typeface="Wingdings" panose="05000000000000000000" pitchFamily="2" charset="2"/>
              </a:rPr>
              <a:t>Data</a:t>
            </a:r>
            <a:endParaRPr lang="en-US" sz="1800" b="1" dirty="0">
              <a:sym typeface="Wingdings" panose="05000000000000000000" pitchFamily="2" charset="2"/>
            </a:endParaRPr>
          </a:p>
          <a:p>
            <a:r>
              <a:rPr lang="en-US" sz="1800" b="1" dirty="0">
                <a:sym typeface="Wingdings" panose="05000000000000000000" pitchFamily="2" charset="2"/>
              </a:rPr>
              <a:t></a:t>
            </a:r>
            <a:r>
              <a:rPr lang="en-US" sz="1800" b="1" dirty="0"/>
              <a:t>: any kind of data sharing at all</a:t>
            </a:r>
          </a:p>
          <a:p>
            <a:r>
              <a:rPr lang="en-US" sz="1800" b="1" dirty="0">
                <a:sym typeface="Wingdings" panose="05000000000000000000" pitchFamily="2" charset="2"/>
              </a:rPr>
              <a:t>  </a:t>
            </a:r>
            <a:r>
              <a:rPr lang="en-US" sz="1800" b="1" dirty="0"/>
              <a:t>: sharing data in a machine-readable format</a:t>
            </a:r>
          </a:p>
          <a:p>
            <a:r>
              <a:rPr lang="en-US" sz="1800" b="1" dirty="0">
                <a:sym typeface="Wingdings" panose="05000000000000000000" pitchFamily="2" charset="2"/>
              </a:rPr>
              <a:t>   </a:t>
            </a:r>
            <a:r>
              <a:rPr lang="en-US" sz="1800" b="1" dirty="0"/>
              <a:t>: sharing data on the Web using a nonproprietary format</a:t>
            </a:r>
          </a:p>
          <a:p>
            <a:r>
              <a:rPr lang="en-US" sz="1800" b="1" dirty="0">
                <a:sym typeface="Wingdings" panose="05000000000000000000" pitchFamily="2" charset="2"/>
              </a:rPr>
              <a:t>    </a:t>
            </a:r>
            <a:r>
              <a:rPr lang="en-US" sz="1800" b="1" dirty="0"/>
              <a:t>: putting data in a linked data format, in which concepts were identified by URLs so that we could more easily cross-reference them with other data</a:t>
            </a:r>
          </a:p>
          <a:p>
            <a:r>
              <a:rPr lang="en-US" sz="1800" b="1" dirty="0">
                <a:sym typeface="Wingdings" panose="05000000000000000000" pitchFamily="2" charset="2"/>
              </a:rPr>
              <a:t>    : a government connects the data to other data, by providing links to related data</a:t>
            </a:r>
            <a:endParaRPr lang="en-US" sz="18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51A5-B1E5-6E77-D302-43B67636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E6614-1040-3C4D-4A92-2968D8A7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1EBC1BA-864F-FBD2-0B34-CE6B8072A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763784"/>
              </p:ext>
            </p:extLst>
          </p:nvPr>
        </p:nvGraphicFramePr>
        <p:xfrm>
          <a:off x="117856" y="873760"/>
          <a:ext cx="5811520" cy="535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E16F0F2-7436-5382-F1C4-9535ECE972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688" y="30480"/>
            <a:ext cx="2328713" cy="14935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05460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02- The Semantic Web, RDF, Linked Data (&amp; SPARQL)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8615" y="1311715"/>
            <a:ext cx="6883442" cy="1066920"/>
          </a:xfrm>
        </p:spPr>
        <p:txBody>
          <a:bodyPr/>
          <a:lstStyle/>
          <a:p>
            <a:r>
              <a:rPr lang="en-US" sz="3600" b="1" spc="0" dirty="0">
                <a:solidFill>
                  <a:srgbClr val="FFFF00"/>
                </a:solidFill>
              </a:rPr>
              <a:t>02.06 SPARQL Evolution</a:t>
            </a:r>
          </a:p>
          <a:p>
            <a:r>
              <a:rPr lang="en-US" sz="3600" b="1" spc="0" dirty="0">
                <a:solidFill>
                  <a:srgbClr val="FFFF00"/>
                </a:solidFill>
              </a:rPr>
              <a:t>02.07 SPARQL Specifications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501153" y="5946657"/>
            <a:ext cx="5647766" cy="718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Code Repository: </a:t>
            </a:r>
            <a:r>
              <a:rPr 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7" y="5621726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35216-1D07-6C7F-E94A-B2B445261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153" y="2510348"/>
            <a:ext cx="7107936" cy="3304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6954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6060-8D11-89EF-54CB-0CCD8293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7" y="125516"/>
            <a:ext cx="8701171" cy="1164882"/>
          </a:xfrm>
        </p:spPr>
        <p:txBody>
          <a:bodyPr/>
          <a:lstStyle/>
          <a:p>
            <a:r>
              <a:rPr lang="en-US" dirty="0"/>
              <a:t>SPARQL’s Past, Present and Future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E41D7-85EE-293C-2422-AB78D54B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A7974-3E3C-D672-4F4E-E3275673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3D10486-687B-4009-04E0-F9BCB434A3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92478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383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3100-F70D-BC55-A18A-B33FCE6F3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45" y="292140"/>
            <a:ext cx="10338963" cy="1164882"/>
          </a:xfrm>
        </p:spPr>
        <p:txBody>
          <a:bodyPr/>
          <a:lstStyle/>
          <a:p>
            <a:r>
              <a:rPr lang="en-US" dirty="0"/>
              <a:t>The SPARQL 1.1 Specification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259495-322F-C707-99AB-22138B17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 SPARQL (Xiaoqi Zhao)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9FE41-1FAB-CE8E-9C7A-F6B04C1D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4AE1C-F64F-1E16-A103-C73C3870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216" y="1457022"/>
            <a:ext cx="6760430" cy="4787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3A65BBD4-801B-D0CB-BFB7-890244722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82" y="1457022"/>
            <a:ext cx="2476500" cy="1914525"/>
          </a:xfrm>
          <a:prstGeom prst="rect">
            <a:avLst/>
          </a:prstGeom>
        </p:spPr>
      </p:pic>
      <p:sp>
        <p:nvSpPr>
          <p:cNvPr id="3" name="Rectangle: Rounded Corners 2">
            <a:hlinkClick r:id="rId3"/>
            <a:extLst>
              <a:ext uri="{FF2B5EF4-FFF2-40B4-BE49-F238E27FC236}">
                <a16:creationId xmlns:a16="http://schemas.microsoft.com/office/drawing/2014/main" id="{0D7170AA-201B-8BBD-D3F4-353A0350E4F8}"/>
              </a:ext>
            </a:extLst>
          </p:cNvPr>
          <p:cNvSpPr/>
          <p:nvPr/>
        </p:nvSpPr>
        <p:spPr>
          <a:xfrm>
            <a:off x="643382" y="3953435"/>
            <a:ext cx="2413583" cy="1792941"/>
          </a:xfrm>
          <a:prstGeom prst="roundRect">
            <a:avLst>
              <a:gd name="adj" fmla="val 66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SPARQL 1.2 Overview</a:t>
            </a:r>
          </a:p>
        </p:txBody>
      </p:sp>
    </p:spTree>
    <p:extLst>
      <p:ext uri="{BB962C8B-B14F-4D97-AF65-F5344CB8AC3E}">
        <p14:creationId xmlns:p14="http://schemas.microsoft.com/office/powerpoint/2010/main" val="2537590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149" y="2651303"/>
            <a:ext cx="4685086" cy="1776547"/>
          </a:xfrm>
        </p:spPr>
        <p:txBody>
          <a:bodyPr/>
          <a:lstStyle/>
          <a:p>
            <a:pPr algn="l"/>
            <a:r>
              <a:rPr lang="en-US" sz="3600" b="1" spc="0" dirty="0">
                <a:solidFill>
                  <a:srgbClr val="FFFF00"/>
                </a:solidFill>
              </a:rPr>
              <a:t>03.01 More Readable Query Results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4564" y="6191648"/>
            <a:ext cx="6257365" cy="46120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0C9441-C111-9031-2367-8B4B8B21E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307" y="1320800"/>
            <a:ext cx="6983260" cy="4586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7661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149" y="2651303"/>
            <a:ext cx="4685086" cy="1776547"/>
          </a:xfrm>
        </p:spPr>
        <p:txBody>
          <a:bodyPr/>
          <a:lstStyle/>
          <a:p>
            <a:pPr algn="l"/>
            <a:r>
              <a:rPr lang="en-US" sz="3600" b="1" spc="0" dirty="0">
                <a:solidFill>
                  <a:srgbClr val="FFFF00"/>
                </a:solidFill>
              </a:rPr>
              <a:t>03.01 More Readable Query Results</a:t>
            </a:r>
          </a:p>
          <a:p>
            <a:pPr algn="l"/>
            <a:r>
              <a:rPr lang="en-US" sz="3600" b="1" spc="0" dirty="0">
                <a:solidFill>
                  <a:srgbClr val="FFFF00"/>
                </a:solidFill>
              </a:rPr>
              <a:t>03.01.01 Using Labels by DBpedia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4564" y="6191648"/>
            <a:ext cx="6257365" cy="46120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021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D8B5DB-1AF7-5B1E-09A4-80B95030E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976" y="1688533"/>
            <a:ext cx="7518341" cy="37378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9273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149" y="2561343"/>
            <a:ext cx="4257827" cy="1866507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03.01 More Readable Query Results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03.01.02 Getting Labels from Schemas &amp; Ontologies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4564" y="6191648"/>
            <a:ext cx="6257365" cy="46120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F22670-3E58-62A9-2F31-A191C0504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975" y="1496896"/>
            <a:ext cx="7889799" cy="44735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7972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4" y="2561343"/>
            <a:ext cx="4257827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03.02 </a:t>
            </a:r>
            <a:r>
              <a:rPr lang="en-US" altLang="zh-CN" sz="3200" b="1" spc="0" dirty="0">
                <a:solidFill>
                  <a:srgbClr val="FFFF00"/>
                </a:solidFill>
              </a:rPr>
              <a:t>Data That Might Not Be There – </a:t>
            </a:r>
            <a:r>
              <a:rPr lang="en-US" altLang="zh-CN" sz="3200" b="1" spc="0" dirty="0">
                <a:solidFill>
                  <a:srgbClr val="FFFF00"/>
                </a:solidFill>
                <a:highlight>
                  <a:srgbClr val="800000"/>
                </a:highlight>
              </a:rPr>
              <a:t>OPTIONAL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(page 55)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4564" y="6191648"/>
            <a:ext cx="6257365" cy="46120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B29B8D-6A30-0243-B669-A2E86453E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607" y="1496896"/>
            <a:ext cx="7695978" cy="4560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0882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4" y="2561343"/>
            <a:ext cx="4257827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03.03 Finding Data That Doesn’t Meet Certain Conditions (page 59)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4564" y="6191648"/>
            <a:ext cx="6257365" cy="46120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6273"/>
            <a:ext cx="2020259" cy="754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6600" dirty="0"/>
              <a:t>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4588C9-0FB4-8C33-3764-3F4DE0FCD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9269" y="1542403"/>
            <a:ext cx="7748307" cy="4338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2573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4" y="2561343"/>
            <a:ext cx="4257827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03.04 Searching Further in the Data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(1) Query from multiple tables or files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66C45C-56B7-13C2-32B1-B6169E612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541" y="1320800"/>
            <a:ext cx="7297992" cy="4595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762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4" y="2561343"/>
            <a:ext cx="4257827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03.04 Searching Further in the Data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Query via Property Path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66C45C-56B7-13C2-32B1-B6169E612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541" y="1320800"/>
            <a:ext cx="7297992" cy="4595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9443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4" y="2561343"/>
            <a:ext cx="4257827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03.05 Searching with Blank Nodes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1B50EC-99CD-9CA1-239D-5BB3EF7CC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255" y="1422825"/>
            <a:ext cx="7356032" cy="4638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1091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03.06 Eliminating Redundant Output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- DISTINCT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028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AA3E63-59FF-9295-1BFB-39646CD8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394" y="1444300"/>
            <a:ext cx="7358106" cy="4623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9267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03.07 Combining Different Search Conditions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- UNION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029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BB6C79-E65D-C04C-D968-339D4F940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819" y="1320800"/>
            <a:ext cx="7504160" cy="4731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415BBC-6A71-F145-2850-2D71AB5A4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9792" y="1919538"/>
            <a:ext cx="3246253" cy="2465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4174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03.08 </a:t>
            </a:r>
            <a:r>
              <a:rPr lang="en-US" altLang="zh-CN" sz="3200" b="1" spc="0" dirty="0" err="1">
                <a:solidFill>
                  <a:srgbClr val="FFFF00"/>
                </a:solidFill>
              </a:rPr>
              <a:t>FILTERing</a:t>
            </a:r>
            <a:r>
              <a:rPr lang="en-US" altLang="zh-CN" sz="3200" b="1" spc="0" dirty="0">
                <a:solidFill>
                  <a:srgbClr val="FFFF00"/>
                </a:solidFill>
              </a:rPr>
              <a:t> Data Based on Conditions</a:t>
            </a:r>
            <a:endParaRPr lang="en-US" sz="3200" b="1" spc="0" dirty="0">
              <a:solidFill>
                <a:srgbClr val="FFFF00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BC269B-D1F4-8429-D9E6-C18C8CBB2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934" y="1320799"/>
            <a:ext cx="6703779" cy="4786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A75BDD-1110-6C8B-99BA-B47D8B3A65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395" y="2893066"/>
            <a:ext cx="2429527" cy="26582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7472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03.09 </a:t>
            </a:r>
            <a:r>
              <a:rPr lang="en-US" altLang="zh-CN" sz="3200" b="1" spc="0" dirty="0">
                <a:solidFill>
                  <a:srgbClr val="FFFF00"/>
                </a:solidFill>
              </a:rPr>
              <a:t>Retrieving a Specific Number of Results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-- LIMIT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2DDAEA-C76C-4335-06CB-4320283C4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395" y="1320800"/>
            <a:ext cx="7298428" cy="4676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27A17A-D648-58FC-7B25-E50C27373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5819" y="3658830"/>
            <a:ext cx="3514725" cy="1476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73233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03.10 Querying Name Graphs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(1) FROM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5837B4-26BE-52E9-0350-8C00B8A10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474" y="1566281"/>
            <a:ext cx="8394920" cy="41463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7645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03.10 Querying Name Graphs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FROM NAMED + GRAPH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B8D6E1-2143-3523-7005-323CEDF37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395" y="1760680"/>
            <a:ext cx="7722634" cy="3991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19182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03.10 Querying Name Graphs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(3) GRAPH as variable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32EC83-0A64-B6A5-E5EC-D420A15AB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642" y="1320800"/>
            <a:ext cx="8114718" cy="46944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6607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03.10 Querying Name Graphs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(4) Graph as URI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2CBEAC-08A0-9CB2-5208-D674CB51A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083" y="1420048"/>
            <a:ext cx="7817047" cy="4672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97058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03.11 Queries in Your Queries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69962F-12A8-B243-61E0-9327B1628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547" y="1320800"/>
            <a:ext cx="7579150" cy="47819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2722E1-AABB-A9CA-C135-A5B69C09D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268" y="4052047"/>
            <a:ext cx="2458766" cy="9580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031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03.12 Combining Values and Assigning Values to Variables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F70631-C9F4-8DDF-BD65-F29634FFD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612" y="1497605"/>
            <a:ext cx="8097984" cy="4356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14653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03.13 </a:t>
            </a:r>
            <a:r>
              <a:rPr lang="en-US" altLang="zh-CN" sz="3200" b="1" spc="0" dirty="0">
                <a:solidFill>
                  <a:srgbClr val="FFFF00"/>
                </a:solidFill>
              </a:rPr>
              <a:t>Creating Tables of Values in Your Queries</a:t>
            </a:r>
            <a:endParaRPr lang="en-US" sz="3200" b="1" spc="0" dirty="0">
              <a:solidFill>
                <a:srgbClr val="FFFF00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CEDB82-A19F-5B52-58F4-DB26107AB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191" y="1354283"/>
            <a:ext cx="7518484" cy="4689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50493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03.14 </a:t>
            </a:r>
            <a:r>
              <a:rPr lang="en-US" altLang="zh-CN" sz="3200" b="1" spc="0" dirty="0">
                <a:solidFill>
                  <a:srgbClr val="FFFF00"/>
                </a:solidFill>
              </a:rPr>
              <a:t>Sorting, Aggregating, Finding the Biggest and Smallest and…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(1) Sorting Data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039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033AD2-0581-EC77-697D-38EC2D06E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609" y="1320800"/>
            <a:ext cx="7358066" cy="4778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90208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03.14 </a:t>
            </a:r>
            <a:r>
              <a:rPr lang="en-US" altLang="zh-CN" sz="3200" b="1" spc="0" dirty="0">
                <a:solidFill>
                  <a:srgbClr val="FFFF00"/>
                </a:solidFill>
              </a:rPr>
              <a:t>Sorting, Aggregating, Finding the Biggest and Smallest and…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MIN(), MAX(), AVG(), SUM(), COUNT()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033AD2-0581-EC77-697D-38EC2D06E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609" y="1320800"/>
            <a:ext cx="7358066" cy="4778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4130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03.14 </a:t>
            </a:r>
            <a:r>
              <a:rPr lang="en-US" altLang="zh-CN" sz="3200" b="1" spc="0" dirty="0">
                <a:solidFill>
                  <a:srgbClr val="FFFF00"/>
                </a:solidFill>
              </a:rPr>
              <a:t>Sorting, Aggregating, Finding the Biggest and Smallest and…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(3) GROUP BY, HAVING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033AD2-0581-EC77-697D-38EC2D06E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609" y="1320800"/>
            <a:ext cx="7358066" cy="4778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34808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03.15 Querying a Remote SPARQL Service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3EBF19-AD88-DF08-3B20-8661ECF24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800" y="1320800"/>
            <a:ext cx="7618852" cy="47535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2648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612" y="205147"/>
            <a:ext cx="6883445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03 - SPARQL Queries: A Deeper Dive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03.16 </a:t>
            </a:r>
            <a:r>
              <a:rPr lang="en-US" altLang="zh-CN" sz="3200" b="1" spc="0" dirty="0">
                <a:solidFill>
                  <a:srgbClr val="FFFF00"/>
                </a:solidFill>
              </a:rPr>
              <a:t>Federated Queries: Searching Multiple Datasets with One Query</a:t>
            </a:r>
            <a:endParaRPr lang="en-US" sz="3200" b="1" spc="0" dirty="0">
              <a:solidFill>
                <a:srgbClr val="FFFF00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571C40-6115-A203-5E98-0EA4DCF94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705" y="1299553"/>
            <a:ext cx="7655970" cy="47790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02752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4.1 </a:t>
            </a:r>
            <a:r>
              <a:rPr lang="en-US" altLang="zh-CN" sz="3200" b="1" spc="0" dirty="0">
                <a:solidFill>
                  <a:srgbClr val="FFFF00"/>
                </a:solidFill>
              </a:rPr>
              <a:t>Query Forms: SELECT, DESCRIBE, ASK, and CONSTRUCT</a:t>
            </a:r>
            <a:endParaRPr lang="en-US" sz="3200" b="1" spc="0" dirty="0">
              <a:solidFill>
                <a:srgbClr val="FFFF00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F6EC8C-E3B7-27A2-EC3C-52FE85EB7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818" y="1583702"/>
            <a:ext cx="7878779" cy="378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0738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4.2 </a:t>
            </a:r>
            <a:r>
              <a:rPr lang="en-US" altLang="zh-CN" sz="3200" b="1" spc="0" dirty="0">
                <a:solidFill>
                  <a:srgbClr val="FFFF00"/>
                </a:solidFill>
              </a:rPr>
              <a:t>Copying Data</a:t>
            </a:r>
            <a:endParaRPr lang="en-US" sz="3200" b="1" spc="0" dirty="0">
              <a:solidFill>
                <a:srgbClr val="FFFF00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A4E3D0-BA69-125F-1A8E-C75055BD8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2122" y="1320800"/>
            <a:ext cx="8118243" cy="4740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5682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4.3 Creating New Data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037157-E99B-3EBF-9C05-737D14BA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270" y="1320800"/>
            <a:ext cx="8013502" cy="47288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4955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4.4 </a:t>
            </a:r>
            <a:r>
              <a:rPr lang="en-US" altLang="zh-CN" sz="3200" b="1" spc="0" dirty="0">
                <a:solidFill>
                  <a:srgbClr val="FFFF00"/>
                </a:solidFill>
              </a:rPr>
              <a:t>Converting Data</a:t>
            </a:r>
            <a:endParaRPr lang="en-US" sz="3200" b="1" spc="0" dirty="0">
              <a:solidFill>
                <a:srgbClr val="FFFF00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688809-50EC-B4E4-3F1D-B1F7671B9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6069" y="1426458"/>
            <a:ext cx="8355291" cy="46595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73517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4.5 Finding Bad Data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(1) Defining Rules with SPARQL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E13B7E-1D6B-DF8F-AF46-18C5320E2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550" y="1266144"/>
            <a:ext cx="7529449" cy="4811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24463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4.5 Finding Bad Data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Generating Data About Broken Rules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049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E13B7E-1D6B-DF8F-AF46-18C5320E2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550" y="1266144"/>
            <a:ext cx="7529449" cy="4811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87188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4.5 Finding Bad Data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(3) Using Existing SPARQL Rules Vocabularies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E13B7E-1D6B-DF8F-AF46-18C5320E2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550" y="1266144"/>
            <a:ext cx="7529449" cy="4811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2107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04 –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Copying, Creating, and Converting Data (and Finding Bad Data)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4025070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4.6 Asking for a Description of a Resource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9B24DA-DB45-6FB0-6ABD-EB63769C3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573" y="1234911"/>
            <a:ext cx="7537966" cy="4850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27422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5.1 Datatypes and Queries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Part 1: recap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59A297-F9E3-FE71-10EB-E1ACC1197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446" y="1320800"/>
            <a:ext cx="7611585" cy="4786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96598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5.1 Datatypes and Queries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Part 2: Representing Strings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B8AE1D-11E9-6A1B-E2B6-735DBC44E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377" y="1320800"/>
            <a:ext cx="8539363" cy="4634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84759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5.1 Datatypes and Queries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Part 3: Comparing Values and Doing Arithmetic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754C8E-F3A7-0433-C6C1-84222A4BD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647" y="1227817"/>
            <a:ext cx="7751713" cy="4686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65323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5.2.1 Program Logic Functions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(1) IF()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59BF66-621C-F092-5919-884F490FE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286" y="1433076"/>
            <a:ext cx="8365465" cy="4554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1813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5.2.1 Program Logic Functions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COALESCE()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AED58F-A8D1-20E3-CA77-33E6B715E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280" y="1320799"/>
            <a:ext cx="8449558" cy="4739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1980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5.2.2 Node Type and Datatype Checking Functions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F4BDBD-8F7E-DD26-EA54-F189CAB82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442" y="1528769"/>
            <a:ext cx="8252913" cy="4390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24091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5.2.3 Node Type Conversion</a:t>
            </a:r>
          </a:p>
          <a:p>
            <a:pPr algn="l"/>
            <a:r>
              <a:rPr lang="en-US" sz="2800" b="1" spc="0" dirty="0">
                <a:solidFill>
                  <a:srgbClr val="FFFF00"/>
                </a:solidFill>
              </a:rPr>
              <a:t>(1) URI() and ENCODE_FOR_URI()</a:t>
            </a:r>
            <a:endParaRPr lang="en-US" sz="3200" b="1" spc="0" dirty="0">
              <a:solidFill>
                <a:srgbClr val="FFFF00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1D8A91-817E-79DB-B420-09BE73EA5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491" y="1451993"/>
            <a:ext cx="7891869" cy="4608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58225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5.2.3 Node Type Conversion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str()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059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B15242-2786-6845-E6E7-98CF15056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3928" y="1451993"/>
            <a:ext cx="8176181" cy="4569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15050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5.2.4 Datatype Conversion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(1) Converting Functions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62BA73-0EFB-FADF-611B-2F0567D98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442" y="1320800"/>
            <a:ext cx="8033262" cy="4645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05169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5.2.4 Datatype Conversion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STRDT()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6DB310-AA70-8ACF-7C26-164591BB3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442" y="1337263"/>
            <a:ext cx="7839960" cy="4729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44879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5.2.5 Checking, adding, and removing spoken language tags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(1) lang()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B96DC6-57CE-4060-53B2-FEF26F864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2204" y="1333253"/>
            <a:ext cx="7479710" cy="4750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0055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5.2.5 Checking, adding, and removing spoken language tags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(2) langMatches()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434C23-68BC-39A6-F04D-77BB9338C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709" y="1320800"/>
            <a:ext cx="7274699" cy="4673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39866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5.2.5 Checking, adding, and removing spoken language tags</a:t>
            </a:r>
          </a:p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(3) STRLANG()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938861-03C1-99CB-4E5E-E4CCA707F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855" y="1345705"/>
            <a:ext cx="7434407" cy="4761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76271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5.2.6 String Functions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268314-7494-3931-1A40-A305136E8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283" y="1232469"/>
            <a:ext cx="7072323" cy="4855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55703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5.2.7 Numeric Functions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7C8DCB-7D4C-853E-FFE0-D21B9F5D1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471" y="1315037"/>
            <a:ext cx="8804020" cy="4824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97319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5.2.8 Data and Time Functions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8F636F-D846-101D-5E1C-1FFA58EBE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435" y="1451993"/>
            <a:ext cx="8159235" cy="4532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2539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05.02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1BC63-77B9-C139-3599-22251CD5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325" y="2561343"/>
            <a:ext cx="3725494" cy="2019622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rgbClr val="FFFF00"/>
                </a:solidFill>
              </a:rPr>
              <a:t>5.2.9 Hash Functions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6D81A1-EAAB-3B0A-7474-E723024BA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596" y="1320800"/>
            <a:ext cx="6752302" cy="4658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10170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ABCF-B0F6-3B9E-078F-2A8A22C5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 Datatypes and Functions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05.03 Extension Functions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D17EAA-BAAD-6B17-CF45-131271883A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1D30-E54E-A6FD-E5D6-38F585BF3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3D635-BE73-53F6-162D-4DC2B2DE2C9E}"/>
              </a:ext>
            </a:extLst>
          </p:cNvPr>
          <p:cNvSpPr txBox="1">
            <a:spLocks/>
          </p:cNvSpPr>
          <p:nvPr/>
        </p:nvSpPr>
        <p:spPr>
          <a:xfrm>
            <a:off x="1756611" y="563643"/>
            <a:ext cx="2259208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069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9C9E-6386-6CBC-F772-7C4C1AF2D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848125C9-773B-918A-8501-F8D1B815ED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FB6ED-273B-ED0E-3494-407C65697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188" y="1320801"/>
            <a:ext cx="7441026" cy="4705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55327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D354C-0707-00F2-79C1-28B4EC85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A370-C125-C18C-93BC-BF12C44C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6.1 Getting Started with </a:t>
            </a:r>
            <a:r>
              <a:rPr lang="en-US" sz="4000" b="1" spc="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Fuseki</a:t>
            </a:r>
            <a:endParaRPr lang="en-US" sz="40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E9F1A8A-C71F-20F6-7269-76B45977FE1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4F677-C17B-3239-793E-6AFDAFBC1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0794FA9-B0D6-7F28-AD22-A67FD07775CB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EEEB6-41A0-27C3-5B29-4A33F058A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994691D0-65A1-998C-BDAE-287679BD7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464E-9FB3-3ECE-6722-3B154CC6D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787" y="1320800"/>
            <a:ext cx="8280184" cy="4708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4735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C74B-455C-A857-75BB-65D03C1E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674C-34A9-EE12-44B9-23A12697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6.2 Adding Data to a Dataset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6B7CA74-8900-85C1-B75B-9AD20682174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B9C83-6CF7-78EF-B9F8-4AE3DC10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950FE3B-016B-9A4A-1E86-D7A1CBA1C0F7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F10FC-5415-9300-95A6-F7492E47C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DAA54E25-1CF3-84A2-96F7-0A7B15C4B5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47BF76-B64D-4DFE-D138-6150BE76A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9149" y="1451727"/>
            <a:ext cx="8539832" cy="4661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23990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D150-AACC-B8D9-F5ED-6407F874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E36E-5CBC-DE89-8DAA-6FB43F73E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6.3 Deleting Data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ADD058E-FBE3-3D90-4A90-ACC247ACA29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49448-37C1-D754-2738-E16CF4120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5B647E4-A57B-C53D-C6B8-674477D33D78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93055-25DA-6B7B-4EEF-6986F4D22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03BC3AD6-1D58-2C8F-8A63-59418A89D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581CF-6A2A-5726-595C-B9218D05A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247" y="1399278"/>
            <a:ext cx="8050491" cy="4659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42960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72491-6A70-17FB-0682-31984CB2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6501-062B-DBF1-47BB-328CC21C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Add-on: Testing on Update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D9DEF56-6438-08AF-4BED-D28957DCCAD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E1641-6832-FD77-071A-8C99655A7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234C086-FE71-7E27-E88C-833CAE74A230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F31A2-02CF-647D-99A4-8BCAF6000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BA60329A-9EEE-0242-9737-C10A18669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FCBA7-BCB8-5371-FFAA-1174025ED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847" y="1371698"/>
            <a:ext cx="9125147" cy="4727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2F6958-BA5B-A3DD-AB6B-7FA22D23F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7351" y="4125419"/>
            <a:ext cx="4124325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59909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62B3-5909-E0AF-BED1-27B163DE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A3AF-14BD-240F-F166-5EB97ED5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6.4 Changing Existing Data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F2414CE-5BF6-82F1-FF03-BB07A3A0FDA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04A74-94AD-524E-9B71-D176215F9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89E3E44-EAF8-50B4-E444-58B18E61E89B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960DA4-387B-82B4-538A-6722395F6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EE511DB3-ABB4-BF8D-C9E5-121473EA3C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3683A4-6B81-EAE0-787A-B9013CE91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920" y="1359278"/>
            <a:ext cx="8927183" cy="4762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52362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23691-B53B-0E91-DBFA-D80CC3B8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84F4-C3E0-139F-15B3-6D42758CD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6.5 Named Graph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B206692-7D4F-5917-A068-36B1BA81659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7465C-4EE8-2D9C-B5BD-1C474732B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F88E75-0AC4-3A17-1CA6-532F954E7841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26576-CE87-06B8-9056-1552E49BA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B79D97E1-793E-3219-9B8B-6BE6AEF47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2788646"/>
            <a:ext cx="3431353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6.5.0 Basic Understanding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EBD76-0201-17BF-BD47-E39CC022C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441" y="1320800"/>
            <a:ext cx="7240267" cy="4731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33631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5779F-6631-6D03-EC34-81CC9545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7D59-A22B-0733-33C3-775DE0A1F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6.5 Named Graph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A1F9B8E-C581-4452-56E4-AEAE6B1BE12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2DDDF-019E-C8FD-2E25-164F5E63E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9F14AF6-35A6-E3F0-BF59-539AE7F25804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55F8C-6D2D-EA88-7EDF-E4C65EEC3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C55A8571-D45E-B0F8-8F70-68D401573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2788646"/>
            <a:ext cx="3431353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6.5.1 Dropping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CE8AD8-8B19-0D12-A4E5-20F253CDC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343" y="1415545"/>
            <a:ext cx="7466029" cy="4690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57380A-AAF6-7538-1020-46A0823D8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634" y="3202425"/>
            <a:ext cx="1784896" cy="19837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097014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CD72-8172-F2A3-82A4-0367E6AF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FAC1-4D83-4C8D-52B9-285087AB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6.5 Named Graph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E3F1E2-66D3-41EE-9AE7-C87F9CE95B0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53525-B242-DD06-00C2-71738848A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689B5A-FCD1-2DC5-120D-67C5FE5F96C8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AD7A6-6B39-D0DC-4B93-A7D83EB22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A0F111F8-ACF4-A5FE-894A-9683703AD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2788646"/>
            <a:ext cx="3431353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6.5.2 Named Graph Syntax Shortcuts: WITH &amp; USING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0430EB-113B-C065-EE6E-BF0BBDCC7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858" y="1349502"/>
            <a:ext cx="8159233" cy="4586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50315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2CBC-C421-2B88-106F-C97B65CB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712C-A44A-00A2-2E5A-5C2B9EFD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6.5 Named Graph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2E33A0E-8AC4-B4CB-2076-65557CFAB0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67CE8-F718-FFE4-91CC-3A7556F3A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E838C9C-7DB8-2B2E-9EF9-44EECE71D713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18833-1B74-9385-CB7C-88E075E2C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8587F9CC-743A-0313-6B71-04374D1EC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2788646"/>
            <a:ext cx="3431353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6.5.3 Copying and Moving Entire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943D5F-A481-78B5-755D-C146CD370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356" y="1376152"/>
            <a:ext cx="8276735" cy="46050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72243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720E-4FED-0394-AD88-3BBF4EA2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D23CE-C1C3-8CF5-15FE-568F6838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442" y="205147"/>
            <a:ext cx="8159234" cy="1115653"/>
          </a:xfrm>
        </p:spPr>
        <p:txBody>
          <a:bodyPr/>
          <a:lstStyle/>
          <a:p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06 Updating Data with SPARQL</a:t>
            </a:r>
            <a:b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40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6.5 Named Graph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EFC11A0-BE03-7D52-3728-70FF1E81A2E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0F132-BB6C-19BE-A74A-A53DC3E9D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563643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ADC2927-001F-D08A-6AE1-4BAE54FF0E23}"/>
              </a:ext>
            </a:extLst>
          </p:cNvPr>
          <p:cNvSpPr txBox="1">
            <a:spLocks/>
          </p:cNvSpPr>
          <p:nvPr/>
        </p:nvSpPr>
        <p:spPr>
          <a:xfrm>
            <a:off x="1756611" y="205147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079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67541-E793-1875-DF6E-0B0128D63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64CB6826-0F4F-5E0B-B5CB-1EB44B925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2788646"/>
            <a:ext cx="3431353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6.5.4 Deleting and Replacing Triples in Named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D559E4-E0F6-150B-38F4-76F09D598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442" y="1443555"/>
            <a:ext cx="7956222" cy="4621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68515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65D73-0BF1-976F-4340-3D4EF2D5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DE1E-A600-9D37-EDB0-C68289BD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7.1 Efficiency Inside the WHERE Clause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7F257A3-9F4D-CB9E-3BF0-4C6937B2AFD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F6452-43EB-512F-9FDA-071B2DDE0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8FDD87A-5358-5CDE-F9C9-191541CEDC75}"/>
              </a:ext>
            </a:extLst>
          </p:cNvPr>
          <p:cNvSpPr txBox="1">
            <a:spLocks/>
          </p:cNvSpPr>
          <p:nvPr/>
        </p:nvSpPr>
        <p:spPr>
          <a:xfrm>
            <a:off x="-77033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39849-C282-175E-CE6F-E80B5D89A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65F18BD1-E9D7-AE6C-795D-352D7803A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2788646"/>
            <a:ext cx="3431353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7.1.0 Basic 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0522F-B091-99EA-1869-6452D7CE8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451" y="1504395"/>
            <a:ext cx="8476909" cy="41198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511760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9790-396B-EAD6-FBC2-2FB7707E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B929-6C3E-8662-F07B-D4EE2F3C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7.1 Efficiency Inside the WHERE Clause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A9E0B48-78AB-1C17-6C81-A6CCF1EAB23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0CF49-39D9-F598-2768-47E4C18BE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EAEF76D-9D0E-6B08-8323-E78DA80ECD1C}"/>
              </a:ext>
            </a:extLst>
          </p:cNvPr>
          <p:cNvSpPr txBox="1">
            <a:spLocks/>
          </p:cNvSpPr>
          <p:nvPr/>
        </p:nvSpPr>
        <p:spPr>
          <a:xfrm>
            <a:off x="-77033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063CB2-0FBD-D5F6-7E51-EEA51ED34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044860CA-ECCC-C67D-54F1-7F40D6568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2788646"/>
            <a:ext cx="3431353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7.1.1 Reduce Search Space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8915B0-B669-59D4-0AB8-8D4F8942D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037" y="1445835"/>
            <a:ext cx="8682915" cy="44270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00971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EB852-B132-A86B-AFFD-77754067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673B-6D19-AED3-AE20-885328D0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7.1 Efficiency Inside the WHERE Clause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20DA407-54D4-903F-1757-5844B6CC1A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B1E4D-1B85-E846-186E-85251D14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E3214A6-817A-3EB2-6B50-4B63A91DE208}"/>
              </a:ext>
            </a:extLst>
          </p:cNvPr>
          <p:cNvSpPr txBox="1">
            <a:spLocks/>
          </p:cNvSpPr>
          <p:nvPr/>
        </p:nvSpPr>
        <p:spPr>
          <a:xfrm>
            <a:off x="-77033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9878F-4B31-B667-8863-C542A52C9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3A4DC1EE-4852-E6CF-B798-5C16C546B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2788646"/>
            <a:ext cx="3354034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7.1.2 OPTIONAL is Very Optional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392693-937A-CC59-9EC0-0B9468F30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441" y="1384431"/>
            <a:ext cx="8808584" cy="4492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98775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38436-138E-C4E2-108D-D6CC0DF3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B71C-1437-EC4D-AC7D-23CCE652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7.1 Efficiency Inside the WHERE Clause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F9C3BCA-F577-2BE9-1C6D-EF880029B54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10F74-B5B5-1C1C-DBF2-C3DE3BA02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88A1D85-0FF8-F5F8-F7B2-E71506881513}"/>
              </a:ext>
            </a:extLst>
          </p:cNvPr>
          <p:cNvSpPr txBox="1">
            <a:spLocks/>
          </p:cNvSpPr>
          <p:nvPr/>
        </p:nvSpPr>
        <p:spPr>
          <a:xfrm>
            <a:off x="-77033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31B63-5653-5765-0A54-6852F4640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CFF13221-B618-0903-9BAA-D1370150F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2788646"/>
            <a:ext cx="3354034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7.1.3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Triple Pattern Order Matters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  <a:latin typeface="+mj-lt"/>
              <a:ea typeface="+mj-ea"/>
              <a:cs typeface="Biome" panose="020B05030302040208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BC248B-22E4-43D5-B849-1B79D2BE5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2062" y="1414927"/>
            <a:ext cx="8837962" cy="4486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24674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F216-D71E-EF34-F0C8-008F1871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2BAE6-83F3-6408-0E3A-94CE4839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7.1 Efficiency Inside the WHERE Clause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DB353C4-67D7-584C-2552-2C1E5BFBBBB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812BB-9733-8F80-96B6-7E83F41CC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AA1EB52-C09E-87DC-62EC-D02D58B1B6CC}"/>
              </a:ext>
            </a:extLst>
          </p:cNvPr>
          <p:cNvSpPr txBox="1">
            <a:spLocks/>
          </p:cNvSpPr>
          <p:nvPr/>
        </p:nvSpPr>
        <p:spPr>
          <a:xfrm>
            <a:off x="17237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9E096-1244-BB83-1C29-DD7486C87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52911942-4076-F837-8BC7-70F3762AA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2788646"/>
            <a:ext cx="3354034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7.1.4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FILTERs: Where and What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  <a:latin typeface="+mj-lt"/>
              <a:ea typeface="+mj-ea"/>
              <a:cs typeface="Biome" panose="020B05030302040208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9B8CC-99A2-EBBC-31BA-D4A152788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7942" y="1377362"/>
            <a:ext cx="8820729" cy="4514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58573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E64E-C857-E780-F2C6-DC706F0F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9142-CA3D-5CB1-3CAA-3231DCED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7.1 Efficiency Inside the WHERE Clause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2F9A52C-E1C7-2053-0A42-40FA0E3AB4A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9B1EE-517D-1F69-1B0E-ED3E4C9EE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0BC62E3-CCCA-EFE6-825F-7F491F0DF5FE}"/>
              </a:ext>
            </a:extLst>
          </p:cNvPr>
          <p:cNvSpPr txBox="1">
            <a:spLocks/>
          </p:cNvSpPr>
          <p:nvPr/>
        </p:nvSpPr>
        <p:spPr>
          <a:xfrm>
            <a:off x="17237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CBA20-3252-FED8-1037-EFC744BB6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153995D0-CF29-4AA6-C089-63442EDDC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2788646"/>
            <a:ext cx="3354034" cy="1551341"/>
          </a:xfrm>
        </p:spPr>
        <p:txBody>
          <a:bodyPr/>
          <a:lstStyle/>
          <a:p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7.1.5 </a:t>
            </a:r>
            <a:r>
              <a:rPr lang="en-US" altLang="zh-CN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Property Paths Can Be Expensive</a:t>
            </a:r>
            <a:endParaRPr lang="en-US" sz="3200" b="1" spc="0" dirty="0">
              <a:solidFill>
                <a:schemeClr val="accent6">
                  <a:lumMod val="40000"/>
                  <a:lumOff val="60000"/>
                </a:schemeClr>
              </a:solidFill>
              <a:latin typeface="+mj-lt"/>
              <a:ea typeface="+mj-ea"/>
              <a:cs typeface="Biome" panose="020B05030302040208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148233-8B01-4E87-1DB2-3F5256571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154" y="1358343"/>
            <a:ext cx="8647522" cy="4411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67842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36491-8E69-096F-F13B-3384FE16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ACA6-EAA8-FE9F-4271-C5062A70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7.2 </a:t>
            </a:r>
            <a:r>
              <a:rPr lang="en-US" altLang="zh-CN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Efficiency Outside the WHERE</a:t>
            </a:r>
            <a:endParaRPr lang="en-US" sz="3600" b="1" spc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5446F63-F353-C6EE-0E15-2F2B1AB7A2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ADDE6-DF9C-B18D-867F-4D9AA41C4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C5040BB-3F44-2F47-DE54-5E44A5E0E72F}"/>
              </a:ext>
            </a:extLst>
          </p:cNvPr>
          <p:cNvSpPr txBox="1">
            <a:spLocks/>
          </p:cNvSpPr>
          <p:nvPr/>
        </p:nvSpPr>
        <p:spPr>
          <a:xfrm>
            <a:off x="17237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CA948-0F52-763B-3BD6-65F98FFE6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193136-0F07-1729-5D36-8C0FB031C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493" y="1320800"/>
            <a:ext cx="8767285" cy="4661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058AF607-A0FA-5776-E172-4FEF830A93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249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4115-DB3D-A53B-295B-28C35F88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A172-6CAF-DE25-40DA-F7C82C96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7.3 Debugging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CCC0173-E3EB-287B-A991-156EFFC1EEB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A2C6C-A38F-C70F-9E51-F973483A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A2E1940-3675-7EB1-B961-B9655024A0BF}"/>
              </a:ext>
            </a:extLst>
          </p:cNvPr>
          <p:cNvSpPr txBox="1">
            <a:spLocks/>
          </p:cNvSpPr>
          <p:nvPr/>
        </p:nvSpPr>
        <p:spPr>
          <a:xfrm>
            <a:off x="17237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E59DA-EC75-08CB-35AA-941A8823B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76ED28C3-2725-EE8E-0BB8-39E5182EB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3145753" cy="781119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7.3.1 Manual Debugging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43DC1-D66D-CB0A-0932-AA39EC389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756" y="1272362"/>
            <a:ext cx="8950657" cy="4851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72211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E08E-5E4D-870B-2498-34B4C66C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EC83-AA69-EFD6-30A1-0819E9B6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7.3 Debugging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32525C1-5C03-36BF-EF96-9560B9A29F6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BF49C-7A18-4A09-4356-6DD492314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4DA6333-A299-128E-C3F7-948E5CC067C4}"/>
              </a:ext>
            </a:extLst>
          </p:cNvPr>
          <p:cNvSpPr txBox="1">
            <a:spLocks/>
          </p:cNvSpPr>
          <p:nvPr/>
        </p:nvSpPr>
        <p:spPr>
          <a:xfrm>
            <a:off x="17237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571DA-5396-27B0-5267-4BD7A6905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C2EB3907-2D64-5018-CC80-E8EBD81E8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558868"/>
            <a:ext cx="3145753" cy="781119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7.3.2 SPARQL Algebra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8A4857-46D0-C950-4B13-A2D44EC3C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807" y="1320800"/>
            <a:ext cx="8438866" cy="4557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80515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F310-EAA2-C1A5-3DF9-09A25F91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7817-913D-2E90-E602-82BFD593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48" y="205147"/>
            <a:ext cx="9950328" cy="1115653"/>
          </a:xfrm>
        </p:spPr>
        <p:txBody>
          <a:bodyPr/>
          <a:lstStyle/>
          <a:p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07 Query Efficiency and Debugging</a:t>
            </a:r>
            <a:b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sz="3600" b="1" spc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7.3 Debugging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29FCAED-FF89-5F55-A55B-FFDF69310F6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130807" y="6191648"/>
            <a:ext cx="6257365" cy="46120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Code Repository: 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https://github.com/yasenstar/Learn_SPARQL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2EDF7-1D3E-0A5D-DAC1-60FF74B89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40" y="74564"/>
            <a:ext cx="1415971" cy="186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A500E6C-1B15-8FC0-3826-177C0E7AC039}"/>
              </a:ext>
            </a:extLst>
          </p:cNvPr>
          <p:cNvSpPr txBox="1">
            <a:spLocks/>
          </p:cNvSpPr>
          <p:nvPr/>
        </p:nvSpPr>
        <p:spPr>
          <a:xfrm>
            <a:off x="17237" y="1978551"/>
            <a:ext cx="2108379" cy="888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pPr algn="ctr"/>
            <a:r>
              <a:rPr lang="en-US" sz="7200" dirty="0"/>
              <a:t>089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C9C63-4656-3EB1-5C59-B8F6CEA39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7" y="6266418"/>
            <a:ext cx="1855694" cy="386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95B52F9B-3BE5-A06E-36FC-7303BA24C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" y="3558868"/>
            <a:ext cx="3514295" cy="781119"/>
          </a:xfrm>
        </p:spPr>
        <p:txBody>
          <a:bodyPr/>
          <a:lstStyle/>
          <a:p>
            <a:pPr algn="l"/>
            <a:r>
              <a:rPr lang="en-US" sz="3200" b="1" spc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+mj-ea"/>
                <a:cs typeface="Biome" panose="020B0503030204020804" pitchFamily="34" charset="0"/>
              </a:rPr>
              <a:t>7.3.3 Debugging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5CFDA-955B-08C6-41E8-E7302F305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298" y="1320800"/>
            <a:ext cx="7788776" cy="4670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00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-Findings_WAC_CP_v10" id="{DFB4E90D-091B-45B9-9CB3-B93AA2CDF265}" vid="{C9138B91-C486-4852-8AB0-95D8040FA9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6D7367-F508-4F80-B02C-79260B72660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9DD645B-D823-4D85-A8AC-AFAC8212B2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44BFB8-0B48-48D5-A0BA-9317960E8F6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42016</TotalTime>
  <Words>3462</Words>
  <Application>Microsoft Office PowerPoint</Application>
  <PresentationFormat>Widescreen</PresentationFormat>
  <Paragraphs>466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8" baseType="lpstr">
      <vt:lpstr>Arial</vt:lpstr>
      <vt:lpstr>Arial Nova</vt:lpstr>
      <vt:lpstr>Biome</vt:lpstr>
      <vt:lpstr>Biome Light</vt:lpstr>
      <vt:lpstr>Calibri</vt:lpstr>
      <vt:lpstr>Segoe UI</vt:lpstr>
      <vt:lpstr>Wingdings</vt:lpstr>
      <vt:lpstr>Office Theme</vt:lpstr>
      <vt:lpstr>PowerPoint Presentation</vt:lpstr>
      <vt:lpstr>Learning</vt:lpstr>
      <vt:lpstr>Opening &amp; Intro</vt:lpstr>
      <vt:lpstr>00- Preface</vt:lpstr>
      <vt:lpstr>01- Jumping Right In</vt:lpstr>
      <vt:lpstr>01- Jumping Right In</vt:lpstr>
      <vt:lpstr>01- Jumping Right In</vt:lpstr>
      <vt:lpstr>01- Jumping Right In</vt:lpstr>
      <vt:lpstr>01- Jumping Right In</vt:lpstr>
      <vt:lpstr>01- Jumping Right In</vt:lpstr>
      <vt:lpstr>02- The Semantic Web, RDF, Linked Data (&amp; SPARQL)</vt:lpstr>
      <vt:lpstr>The Semantic Web Technology Stack</vt:lpstr>
      <vt:lpstr>Airline Reservation System – Sample Architecture</vt:lpstr>
      <vt:lpstr>Linked Data – Best Practices</vt:lpstr>
      <vt:lpstr>02- The Semantic Web, RDF, Linked Data (&amp; SPARQL)</vt:lpstr>
      <vt:lpstr>Relationship: URL/URN, URI, IRI</vt:lpstr>
      <vt:lpstr>Data Story: IRI, URI, URL and URN</vt:lpstr>
      <vt:lpstr>02- The Semantic Web, RDF, Linked Data (&amp; SPARQL)</vt:lpstr>
      <vt:lpstr>02- The Semantic Web, RDF, Linked Data (&amp; SPARQL)</vt:lpstr>
      <vt:lpstr>02- The Semantic Web, RDF, Linked Data (&amp; SPARQL)</vt:lpstr>
      <vt:lpstr>Triple in RDF</vt:lpstr>
      <vt:lpstr>02- The Semantic Web, RDF, Linked Data (&amp; SPARQL)</vt:lpstr>
      <vt:lpstr>02- The Semantic Web, RDF, Linked Data (&amp; SPARQL)</vt:lpstr>
      <vt:lpstr>02- The Semantic Web, RDF, Linked Data (&amp; SPARQL)</vt:lpstr>
      <vt:lpstr>02- The Semantic Web, RDF, Linked Data (&amp; SPARQL)</vt:lpstr>
      <vt:lpstr>02- The Semantic Web, RDF, Linked Data (&amp; SPARQL)</vt:lpstr>
      <vt:lpstr>Four Principles of Linked Data</vt:lpstr>
      <vt:lpstr>02- The Semantic Web, RDF, Linked Data (&amp; SPARQL)</vt:lpstr>
      <vt:lpstr>SPARQL’s Past, Present and Future</vt:lpstr>
      <vt:lpstr>The SPARQL 1.1 Specification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03 - SPARQL Queries: A Deeper Dive</vt:lpstr>
      <vt:lpstr>04 – Copying, Creating, and Converting Data (and Finding Bad Data)</vt:lpstr>
      <vt:lpstr>04 – Copying, Creating, and Converting Data (and Finding Bad Data)</vt:lpstr>
      <vt:lpstr>04 – Copying, Creating, and Converting Data (and Finding Bad Data)</vt:lpstr>
      <vt:lpstr>04 – Copying, Creating, and Converting Data (and Finding Bad Data)</vt:lpstr>
      <vt:lpstr>04 – Copying, Creating, and Converting Data (and Finding Bad Data)</vt:lpstr>
      <vt:lpstr>04 – Copying, Creating, and Converting Data (and Finding Bad Data)</vt:lpstr>
      <vt:lpstr>04 – Copying, Creating, and Converting Data (and Finding Bad Data)</vt:lpstr>
      <vt:lpstr>04 – Copying, Creating, and Converting Data (and Finding Bad Data)</vt:lpstr>
      <vt:lpstr>05. Datatypes and Functions</vt:lpstr>
      <vt:lpstr>05. Datatypes and Functions</vt:lpstr>
      <vt:lpstr>05. Datatypes and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05.02 Functions</vt:lpstr>
      <vt:lpstr>05. Datatypes and Functions 05.03 Extension Functions</vt:lpstr>
      <vt:lpstr>06 Updating Data with SPARQL 6.1 Getting Started with Fuseki</vt:lpstr>
      <vt:lpstr>06 Updating Data with SPARQL 6.2 Adding Data to a Dataset</vt:lpstr>
      <vt:lpstr>06 Updating Data with SPARQL 6.3 Deleting Data</vt:lpstr>
      <vt:lpstr>06 Updating Data with SPARQL Add-on: Testing on Update</vt:lpstr>
      <vt:lpstr>06 Updating Data with SPARQL 6.4 Changing Existing Data</vt:lpstr>
      <vt:lpstr>06 Updating Data with SPARQL 6.5 Named Graph</vt:lpstr>
      <vt:lpstr>06 Updating Data with SPARQL 6.5 Named Graph</vt:lpstr>
      <vt:lpstr>06 Updating Data with SPARQL 6.5 Named Graph</vt:lpstr>
      <vt:lpstr>06 Updating Data with SPARQL 6.5 Named Graph</vt:lpstr>
      <vt:lpstr>06 Updating Data with SPARQL 6.5 Named Graph</vt:lpstr>
      <vt:lpstr>07 Query Efficiency and Debugging 7.1 Efficiency Inside the WHERE Clause</vt:lpstr>
      <vt:lpstr>07 Query Efficiency and Debugging 7.1 Efficiency Inside the WHERE Clause</vt:lpstr>
      <vt:lpstr>07 Query Efficiency and Debugging 7.1 Efficiency Inside the WHERE Clause</vt:lpstr>
      <vt:lpstr>07 Query Efficiency and Debugging 7.1 Efficiency Inside the WHERE Clause</vt:lpstr>
      <vt:lpstr>07 Query Efficiency and Debugging 7.1 Efficiency Inside the WHERE Clause</vt:lpstr>
      <vt:lpstr>07 Query Efficiency and Debugging 7.1 Efficiency Inside the WHERE Clause</vt:lpstr>
      <vt:lpstr>07 Query Efficiency and Debugging 7.2 Efficiency Outside the WHERE</vt:lpstr>
      <vt:lpstr>07 Query Efficiency and Debugging 7.3 Debugging</vt:lpstr>
      <vt:lpstr>07 Query Efficiency and Debugging 7.3 Debugging</vt:lpstr>
      <vt:lpstr>07 Query Efficiency and Debugging 7.3 Debugging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</dc:title>
  <dc:creator>Zhao Xiaoqi</dc:creator>
  <cp:lastModifiedBy>Xiaoqi Zhao</cp:lastModifiedBy>
  <cp:revision>148</cp:revision>
  <dcterms:created xsi:type="dcterms:W3CDTF">2023-12-11T01:29:04Z</dcterms:created>
  <dcterms:modified xsi:type="dcterms:W3CDTF">2025-09-19T13:26:18Z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bd2ff15f-6ce8-47f3-93ce-f81f88196d24_Enabled">
    <vt:lpwstr>true</vt:lpwstr>
  </property>
  <property fmtid="{D5CDD505-2E9C-101B-9397-08002B2CF9AE}" pid="4" name="MSIP_Label_bd2ff15f-6ce8-47f3-93ce-f81f88196d24_SetDate">
    <vt:lpwstr>2023-12-11T01:29:52Z</vt:lpwstr>
  </property>
  <property fmtid="{D5CDD505-2E9C-101B-9397-08002B2CF9AE}" pid="5" name="MSIP_Label_bd2ff15f-6ce8-47f3-93ce-f81f88196d24_Method">
    <vt:lpwstr>Privileged</vt:lpwstr>
  </property>
  <property fmtid="{D5CDD505-2E9C-101B-9397-08002B2CF9AE}" pid="6" name="MSIP_Label_bd2ff15f-6ce8-47f3-93ce-f81f88196d24_Name">
    <vt:lpwstr>bd2ff15f-6ce8-47f3-93ce-f81f88196d24</vt:lpwstr>
  </property>
  <property fmtid="{D5CDD505-2E9C-101B-9397-08002B2CF9AE}" pid="7" name="MSIP_Label_bd2ff15f-6ce8-47f3-93ce-f81f88196d24_SiteId">
    <vt:lpwstr>f25493ae-1c98-41d7-8a33-0be75f5fe603</vt:lpwstr>
  </property>
  <property fmtid="{D5CDD505-2E9C-101B-9397-08002B2CF9AE}" pid="8" name="MSIP_Label_bd2ff15f-6ce8-47f3-93ce-f81f88196d24_ActionId">
    <vt:lpwstr>5c37a37f-bbf3-43bb-8863-04f0df5b076a</vt:lpwstr>
  </property>
  <property fmtid="{D5CDD505-2E9C-101B-9397-08002B2CF9AE}" pid="9" name="MSIP_Label_bd2ff15f-6ce8-47f3-93ce-f81f88196d24_ContentBits">
    <vt:lpwstr>0</vt:lpwstr>
  </property>
</Properties>
</file>